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13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c371a1d5544a4e" /><Relationship Type="http://schemas.openxmlformats.org/officeDocument/2006/relationships/extended-properties" Target="/docProps/app.xml" Id="R511d7af8c2bc4201" /><Relationship Type="http://schemas.openxmlformats.org/officeDocument/2006/relationships/officeDocument" Target="/ppt/presentation.xml" Id="Rd54b8b26da6c44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c79af9c5794088"/>
  </p:sldMasterIdLst>
  <p:notesMasterIdLst>
    <p:notesMasterId xmlns:r="http://schemas.openxmlformats.org/officeDocument/2006/relationships" r:id="R243de87f78b4438a"/>
  </p:notesMasterIdLst>
  <p:sldIdLst>
    <p:sldId xmlns:r="http://schemas.openxmlformats.org/officeDocument/2006/relationships" id="256" r:id="R5f86c7ffc4f74347"/>
    <p:sldId xmlns:r="http://schemas.openxmlformats.org/officeDocument/2006/relationships" id="257" r:id="Rbd37dfb6cff44a98"/>
    <p:sldId xmlns:r="http://schemas.openxmlformats.org/officeDocument/2006/relationships" id="258" r:id="R96d67af98d694e42"/>
    <p:sldId xmlns:r="http://schemas.openxmlformats.org/officeDocument/2006/relationships" id="259" r:id="Rcc7e5808a1534853"/>
    <p:sldId xmlns:r="http://schemas.openxmlformats.org/officeDocument/2006/relationships" id="260" r:id="Rb5e81cfb9b74463e"/>
    <p:sldId xmlns:r="http://schemas.openxmlformats.org/officeDocument/2006/relationships" id="261" r:id="R0c11a5441e5b437d"/>
    <p:sldId xmlns:r="http://schemas.openxmlformats.org/officeDocument/2006/relationships" id="262" r:id="R7f241d87d84f413e"/>
    <p:sldId xmlns:r="http://schemas.openxmlformats.org/officeDocument/2006/relationships" id="263" r:id="Rfe16ef707e214ae1"/>
    <p:sldId xmlns:r="http://schemas.openxmlformats.org/officeDocument/2006/relationships" id="264" r:id="Ra79f23e836024ec8"/>
    <p:sldId xmlns:r="http://schemas.openxmlformats.org/officeDocument/2006/relationships" id="265" r:id="Rd3d549adef124dab"/>
    <p:sldId xmlns:r="http://schemas.openxmlformats.org/officeDocument/2006/relationships" id="266" r:id="R412bc655757f4842"/>
    <p:sldId xmlns:r="http://schemas.openxmlformats.org/officeDocument/2006/relationships" id="267" r:id="Rdc974a2113fe4041"/>
    <p:sldId xmlns:r="http://schemas.openxmlformats.org/officeDocument/2006/relationships" id="268" r:id="R1fa4801c573841d1"/>
    <p:sldId xmlns:r="http://schemas.openxmlformats.org/officeDocument/2006/relationships" id="269" r:id="R59ea843eb19f4490"/>
    <p:sldId xmlns:r="http://schemas.openxmlformats.org/officeDocument/2006/relationships" id="270" r:id="Rf1d28ee3cde2413a"/>
    <p:sldId xmlns:r="http://schemas.openxmlformats.org/officeDocument/2006/relationships" id="271" r:id="R2e75accad7e24cce"/>
    <p:sldId xmlns:r="http://schemas.openxmlformats.org/officeDocument/2006/relationships" id="272" r:id="Rf32a2838d62b4c3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93c6def0c84d09" /><Relationship Type="http://schemas.openxmlformats.org/officeDocument/2006/relationships/slideMaster" Target="/ppt/slideMasters/slideMaster1.xml" Id="R4cc79af9c5794088" /><Relationship Type="http://schemas.openxmlformats.org/officeDocument/2006/relationships/notesMaster" Target="/ppt/notesMasters/notesMaster1.xml" Id="R243de87f78b4438a" /><Relationship Type="http://schemas.openxmlformats.org/officeDocument/2006/relationships/presProps" Target="/ppt/presProps.xml" Id="Rdaf38ee81b2c411b" /><Relationship Type="http://schemas.openxmlformats.org/officeDocument/2006/relationships/tableStyles" Target="/ppt/tableStyles.xml" Id="Rd07b909b28d541f7" /><Relationship Type="http://schemas.openxmlformats.org/officeDocument/2006/relationships/slide" Target="/ppt/slides/slide1.xml" Id="R5f86c7ffc4f74347" /><Relationship Type="http://schemas.openxmlformats.org/officeDocument/2006/relationships/slide" Target="/ppt/slides/slide2.xml" Id="Rbd37dfb6cff44a98" /><Relationship Type="http://schemas.openxmlformats.org/officeDocument/2006/relationships/slide" Target="/ppt/slides/slide3.xml" Id="R96d67af98d694e42" /><Relationship Type="http://schemas.openxmlformats.org/officeDocument/2006/relationships/slide" Target="/ppt/slides/slide4.xml" Id="Rcc7e5808a1534853" /><Relationship Type="http://schemas.openxmlformats.org/officeDocument/2006/relationships/slide" Target="/ppt/slides/slide5.xml" Id="Rb5e81cfb9b74463e" /><Relationship Type="http://schemas.openxmlformats.org/officeDocument/2006/relationships/slide" Target="/ppt/slides/slide6.xml" Id="R0c11a5441e5b437d" /><Relationship Type="http://schemas.openxmlformats.org/officeDocument/2006/relationships/slide" Target="/ppt/slides/slide7.xml" Id="R7f241d87d84f413e" /><Relationship Type="http://schemas.openxmlformats.org/officeDocument/2006/relationships/slide" Target="/ppt/slides/slide8.xml" Id="Rfe16ef707e214ae1" /><Relationship Type="http://schemas.openxmlformats.org/officeDocument/2006/relationships/slide" Target="/ppt/slides/slide9.xml" Id="Ra79f23e836024ec8" /><Relationship Type="http://schemas.openxmlformats.org/officeDocument/2006/relationships/slide" Target="/ppt/slides/slide10.xml" Id="Rd3d549adef124dab" /><Relationship Type="http://schemas.openxmlformats.org/officeDocument/2006/relationships/slide" Target="/ppt/slides/slide11.xml" Id="R412bc655757f4842" /><Relationship Type="http://schemas.openxmlformats.org/officeDocument/2006/relationships/slide" Target="/ppt/slides/slide12.xml" Id="Rdc974a2113fe4041" /><Relationship Type="http://schemas.openxmlformats.org/officeDocument/2006/relationships/slide" Target="/ppt/slides/slide13.xml" Id="R1fa4801c573841d1" /><Relationship Type="http://schemas.openxmlformats.org/officeDocument/2006/relationships/slide" Target="/ppt/slides/slide14.xml" Id="R59ea843eb19f4490" /><Relationship Type="http://schemas.openxmlformats.org/officeDocument/2006/relationships/slide" Target="/ppt/slides/slide15.xml" Id="Rf1d28ee3cde2413a" /><Relationship Type="http://schemas.openxmlformats.org/officeDocument/2006/relationships/slide" Target="/ppt/slides/slide16.xml" Id="R2e75accad7e24cce" /><Relationship Type="http://schemas.openxmlformats.org/officeDocument/2006/relationships/slide" Target="/ppt/slides/slide17.xml" Id="Rf32a2838d62b4c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bb3e99387b49a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92fbec0e4a4f5e" /><Relationship Type="http://schemas.openxmlformats.org/officeDocument/2006/relationships/notesMaster" Target="/ppt/notesMasters/notesMaster1.xml" Id="Ra48f36d8eedb4be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aaa9d2e33a4ef0" /><Relationship Type="http://schemas.openxmlformats.org/officeDocument/2006/relationships/notesMaster" Target="/ppt/notesMasters/notesMaster1.xml" Id="Rc84814aab96349f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9d4c771a1f4d79" /><Relationship Type="http://schemas.openxmlformats.org/officeDocument/2006/relationships/notesMaster" Target="/ppt/notesMasters/notesMaster1.xml" Id="R1085f474e64d42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f6c67df66441b2" /><Relationship Type="http://schemas.openxmlformats.org/officeDocument/2006/relationships/notesMaster" Target="/ppt/notesMasters/notesMaster1.xml" Id="R7423265a9fbf43a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96eb8a61a94b49" /><Relationship Type="http://schemas.openxmlformats.org/officeDocument/2006/relationships/notesMaster" Target="/ppt/notesMasters/notesMaster1.xml" Id="Rf5e9e804368246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9c4b1d9aa954860" /><Relationship Type="http://schemas.openxmlformats.org/officeDocument/2006/relationships/notesMaster" Target="/ppt/notesMasters/notesMaster1.xml" Id="R5d88d1a662534b5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dcb45afa6614d05" /><Relationship Type="http://schemas.openxmlformats.org/officeDocument/2006/relationships/notesMaster" Target="/ppt/notesMasters/notesMaster1.xml" Id="R987def3abed843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31848c9d474162" /><Relationship Type="http://schemas.openxmlformats.org/officeDocument/2006/relationships/notesMaster" Target="/ppt/notesMasters/notesMaster1.xml" Id="R2355c790fac646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3f967d029d4341" /><Relationship Type="http://schemas.openxmlformats.org/officeDocument/2006/relationships/notesMaster" Target="/ppt/notesMasters/notesMaster1.xml" Id="R5f3fb7a0dde14c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b16ace1c924a15" /><Relationship Type="http://schemas.openxmlformats.org/officeDocument/2006/relationships/notesMaster" Target="/ppt/notesMasters/notesMaster1.xml" Id="R1c1173b5a3f547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d468e3f7a04c28" /><Relationship Type="http://schemas.openxmlformats.org/officeDocument/2006/relationships/notesMaster" Target="/ppt/notesMasters/notesMaster1.xml" Id="R2d61abef8efb41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1a03b871144162" /><Relationship Type="http://schemas.openxmlformats.org/officeDocument/2006/relationships/notesMaster" Target="/ppt/notesMasters/notesMaster1.xml" Id="Rc53ffeabe8004d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f26194cfbe74320" /><Relationship Type="http://schemas.openxmlformats.org/officeDocument/2006/relationships/notesMaster" Target="/ppt/notesMasters/notesMaster1.xml" Id="R585dbe81a8c94e0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cfc928ae414f92" /><Relationship Type="http://schemas.openxmlformats.org/officeDocument/2006/relationships/notesMaster" Target="/ppt/notesMasters/notesMaster1.xml" Id="Ra4678a1180f5466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2328ee0ff534156" /><Relationship Type="http://schemas.openxmlformats.org/officeDocument/2006/relationships/notesMaster" Target="/ppt/notesMasters/notesMaster1.xml" Id="Rf5c678b62197419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7e381a1ca24402" /><Relationship Type="http://schemas.openxmlformats.org/officeDocument/2006/relationships/notesMaster" Target="/ppt/notesMasters/notesMaster1.xml" Id="Rf702757338c046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bbaad0bee5b4d1a" /><Relationship Type="http://schemas.openxmlformats.org/officeDocument/2006/relationships/notesMaster" Target="/ppt/notesMasters/notesMaster1.xml" Id="Rc80bf4133ab7417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Workshop 2, 60 minutes:10 setup;15 exploration;15 score model/R²;15 comparisons;5 reflection. Brief introductions in this order: Python/Jupyter, cloud/Colab, then sklearn.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Sources:https://www.python.org/doc/essays/blurb/ and https://jupyter.org/. Brief introduction, about1 minute. Python is a programming language, Jupyter Notebook a format/interface combining prose, code and outputs. Colab is a hosted notebook service, not a separate programming language. Demonstrate one cell, no installation lecture.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introduction, about1 minute. Cloud computing uses remote computers accessed via internet. In Colab the browser displays the notebook and results while a remote runtime executes code. Avoid infrastructure, GPUs or networking detail. Use approved accounts and classroom access. Source:https://research.google.com/colaboratory/faq.html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Source:https://scikit-learn.org/stable/modules/generated/sklearn.linear_model.LinearRegression.html. Brief introduction, about1 minute. A library is reusable code. scikit-learn is the library; sklearn is the name used in imports. LinearRegression is one provided modelling tool. fit fits a line; predict estimates a new output. No algorithm, installation, API syntax or table of other algorithms.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Guided setup, about4 minutes. Save a copy. There are five independently runnable code cells: Section1, Section2 and three Section3 examples. Run in order. A comment line begins with #; a # inside a quoted colour is part of a string. Do not require beginners to explain code lines.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about10 minutes including discussion. Run Section1. Complete worksheetSection1. Overall fees increase; exceptions include2km29 vs3km27. Prompt students to support a claim with two records. Do not ask for coefficients or a fit.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Section2, about2 minutes. Simulated study times/scores. Students describe trend orally before running fit. Data observed0–6hours; possibleaxes0–24/0–100. No extra worksheet estimate question.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Recall Workshop1, about1 minute. y=mx+c. m is estimated marks per extra daily study hour; c estimated marks at zero hours. They describe the line; neither measures reliability. The orange line is fitted overobserved0–6hours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about5 minutes. Run all ofSection2. Copy n,m,c,R² and4.5hprediction onto WS table. Purple point59marks. Focus teaching on R² next; n7,m2,c50 descriptive reference only. Outputs are not guarantees of real exam score.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introducing numeric R², about1 minute. Same axes and21dots. ShowBleft,A right. Ask which looks closer to its trendline. Learners describe tight vs spread-out dots. Do not announce R² until next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Brief conceptual explanation, about2 minutes. R² is shareofvariationexplained vsconstantmeanbaseline; do not show formula or derive. For these fitted least-squares models withintercept ontheir training data0–1. Near1morevariationexplained; near0little. HigherR²describesbetterfit here, not guaranteed predictionaccuracy. Source:https://scikit-learn.org/stable/modules/generated/sklearn.metrics/r2_score.html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About1 minute. R²study reference computedfromexactnotebook. Students alreadycopiedtable. Explain0.418accountsforabout42%variation in this tiny simulated sample, not42%correctanswers. n,m,cbriefreference only; noextendedmetrics,pvalues,adjustedR² ormanualmath.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Activity, about10minutes. EachofA/B/C isoneindependentcodecell outputsgraph+summarytable. Identicalaxes0–10/0–100,21dots each. CopyR²3dp rankeachownvariationexplained. Keepstrong/weak/random identitieshiddenuntil learnersfinish. No3.5h oroldnewpointactivity.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Revealonlyaftercompletion, about2minutes. B0.977strong,A0.218weak,C0.027random. RankingB&gt;A&gt;C. No universalstrong/weakthresholds implied. Chance correlationsmayproduce nonzeroR², so do notcallrandomzero. A fittedline always existsbutdoesnotalwayssummariseusefully.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Discussion, about2minutes. Goodtrainingfit notsameasnewpredictionreliability. Validateonnewunseendata, sufficientrepresentativesample, avoidcausalclaims. PointtoWSlastquestion. GeneralnegativeR²canoccuronnewdata, teacherknows; do notcomplicatebeginnerlesson.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Visual demonstration, about2 minutes. This is a deliberately over-complex CURVED model, not today’s straight-line model. Training inputs0..10; y=20+5x plus alternating±2 noise. A degree10 polynomial interpolates all11 training points:trainingR²=1.000. New test x0.5 is WITHIN the observed range, withheld from fitting; its actual outcome22.5 follows the simulated underlying trend. Curve predictsabout-26.1. Grayline shows the known simple trend, not another claimed training run. Fitting every training dot does not guarantee a useful prediction. Do not teach polynomials or coefficients; explain overfitting as chasing small quirks in the examples. A single missed test point demonstrates this failure, not a full measured test R². Source:https://scikit-learn.org/stable/auto_examples/model_selection/plot_underfitting_overfitting.html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 discussion. Invite one pair per takeaway. Teacher transition only: next workshop predicts a class rather than a number. Explain that R² is specific to this regression task, not a universal AI score. No extra slide or worksheet question. Few observations limit confidence; an association does not establish cause. Rehearse classroom Colab access before class.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7271650c02488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f43e1de5144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6cff20df34e0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d26d13c394d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a43d8af1174d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8e88f4a924f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729EDC-45A8-405A-B5C2-CD4BD965DB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5EEB174-2DF9-420C-B09F-C52F39A7CC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F399F47-4B78-4A4E-A534-A4D7DDDF2A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0A162B-B8A6-4982-9C9B-A4ADE936FB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8A2554F-83D4-48AF-96E2-B6021A91BB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78582BF-F2B4-4D7E-9B92-77E37706B8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2BD8282-56C9-485E-8237-0E3FC8100D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7E2A989-B936-40F5-A496-3635FA9974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D5AF96C-8345-40C3-B4C4-D76CAD5F1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8A18CD-9561-4A95-9059-334361B6FC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e6ccfee1f7741e7" /><Relationship Type="http://schemas.openxmlformats.org/officeDocument/2006/relationships/slideLayout" Target="/ppt/slideLayouts/slideLayout1.xml" Id="Rf13efdf4a4c24a88" /><Relationship Type="http://schemas.openxmlformats.org/officeDocument/2006/relationships/slideLayout" Target="/ppt/slideLayouts/slideLayout2.xml" Id="R210489dbff8c40d5" /><Relationship Type="http://schemas.openxmlformats.org/officeDocument/2006/relationships/slideLayout" Target="/ppt/slideLayouts/slideLayout3.xml" Id="R6ed6de1fe83f434f" /><Relationship Type="http://schemas.openxmlformats.org/officeDocument/2006/relationships/slideLayout" Target="/ppt/slideLayouts/slideLayout4.xml" Id="Rfd6d2c2fde824362" /><Relationship Type="http://schemas.openxmlformats.org/officeDocument/2006/relationships/slideLayout" Target="/ppt/slideLayouts/slideLayout5.xml" Id="R7dac26323c4f402f" /><Relationship Type="http://schemas.openxmlformats.org/officeDocument/2006/relationships/slideLayout" Target="/ppt/slideLayouts/slideLayout6.xml" Id="R652a6a72f53b44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13efdf4a4c24a88"/>
    <p:sldLayoutId xmlns:r="http://schemas.openxmlformats.org/officeDocument/2006/relationships" id="2147483650" r:id="R210489dbff8c40d5"/>
    <p:sldLayoutId xmlns:r="http://schemas.openxmlformats.org/officeDocument/2006/relationships" id="2147483651" r:id="R6ed6de1fe83f434f"/>
    <p:sldLayoutId xmlns:r="http://schemas.openxmlformats.org/officeDocument/2006/relationships" id="2147483652" r:id="Rfd6d2c2fde824362"/>
    <p:sldLayoutId xmlns:r="http://schemas.openxmlformats.org/officeDocument/2006/relationships" id="2147483653" r:id="R7dac26323c4f402f"/>
    <p:sldLayoutId xmlns:r="http://schemas.openxmlformats.org/officeDocument/2006/relationships" id="2147483654" r:id="R652a6a72f53b44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30af73143848cf" /><Relationship Type="http://schemas.openxmlformats.org/officeDocument/2006/relationships/notesSlide" Target="/ppt/notesSlides/notesSlide1.xml" Id="R9d5fe13e080f47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5aca6f51234e4b" /><Relationship Type="http://schemas.openxmlformats.org/officeDocument/2006/relationships/notesSlide" Target="/ppt/notesSlides/notesSlide2.xml" Id="Rd60bcc1fabc848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249a686d24fb5" /><Relationship Type="http://schemas.openxmlformats.org/officeDocument/2006/relationships/notesSlide" Target="/ppt/notesSlides/notesSlide3.xml" Id="R1b892d41dc854ba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c734b041f4e3a" /><Relationship Type="http://schemas.openxmlformats.org/officeDocument/2006/relationships/notesSlide" Target="/ppt/notesSlides/notesSlide4.xml" Id="R85282c8efc4641c7" 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93333d3ded244ac7"/><Relationship Type="http://schemas.openxmlformats.org/officeDocument/2006/relationships/notesSlide" Target="/ppt/notesSlides/notesSlide5.xml" Id="R262b9c2bc5364c66"/><Relationship Id="rIdColabShortLink" Type="http://schemas.openxmlformats.org/officeDocument/2006/relationships/hyperlink" Target="https://tinyurl.com/26jdbxfb" TargetMode="External"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8dc0fa2996476a" /><Relationship Type="http://schemas.openxmlformats.org/officeDocument/2006/relationships/chart" Target="/ppt/slides/charts/chart1.xml" Id="R2d6cfd136ff646ce" /><Relationship Type="http://schemas.openxmlformats.org/officeDocument/2006/relationships/notesSlide" Target="/ppt/notesSlides/notesSlide6.xml" Id="Rd25abc7583e944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74b460f9544b51" /><Relationship Type="http://schemas.openxmlformats.org/officeDocument/2006/relationships/chart" Target="/ppt/slides/charts/chart2.xml" Id="R69e3a307ac834e44" /><Relationship Type="http://schemas.openxmlformats.org/officeDocument/2006/relationships/notesSlide" Target="/ppt/notesSlides/notesSlide7.xml" Id="R6da1afbe67c141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85d4d8761d4570" /><Relationship Type="http://schemas.openxmlformats.org/officeDocument/2006/relationships/chart" Target="/ppt/slides/charts/chart3.xml" Id="Rf444a25f40f44c3b" /><Relationship Type="http://schemas.openxmlformats.org/officeDocument/2006/relationships/notesSlide" Target="/ppt/notesSlides/notesSlide8.xml" Id="R72342b9e5bf748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efc4d529ba40fe" /><Relationship Type="http://schemas.openxmlformats.org/officeDocument/2006/relationships/chart" Target="/ppt/slides/charts/chart4.xml" Id="R57df420c53fb4a51" /><Relationship Type="http://schemas.openxmlformats.org/officeDocument/2006/relationships/notesSlide" Target="/ppt/notesSlides/notesSlide9.xml" Id="Re8d8b849663642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7d36a6fe8b45e2" /><Relationship Type="http://schemas.openxmlformats.org/officeDocument/2006/relationships/chart" Target="/ppt/slides/charts/chart5.xml" Id="R8ad15da021734111" /><Relationship Type="http://schemas.openxmlformats.org/officeDocument/2006/relationships/chart" Target="/ppt/slides/charts/chart6.xml" Id="R0282afd75b274d93" /><Relationship Type="http://schemas.openxmlformats.org/officeDocument/2006/relationships/notesSlide" Target="/ppt/notesSlides/notesSlide10.xml" Id="R4dac4b71de754e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1cf09f89be4e6d" /><Relationship Type="http://schemas.openxmlformats.org/officeDocument/2006/relationships/notesSlide" Target="/ppt/notesSlides/notesSlide11.xml" Id="Rbfeb4cd3b2664df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eb2188a9424506" /><Relationship Type="http://schemas.openxmlformats.org/officeDocument/2006/relationships/notesSlide" Target="/ppt/notesSlides/notesSlide12.xml" Id="R9d43780ae9734d1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f6c1e1eec34d46" /><Relationship Type="http://schemas.openxmlformats.org/officeDocument/2006/relationships/chart" Target="/ppt/slides/charts/chart7.xml" Id="Rc5545bf1a8c0485b" /><Relationship Type="http://schemas.openxmlformats.org/officeDocument/2006/relationships/chart" Target="/ppt/slides/charts/chart8.xml" Id="R82fea66ccc904b7a" /><Relationship Type="http://schemas.openxmlformats.org/officeDocument/2006/relationships/chart" Target="/ppt/slides/charts/chart9.xml" Id="R341af5bf49404ffc" /><Relationship Type="http://schemas.openxmlformats.org/officeDocument/2006/relationships/notesSlide" Target="/ppt/notesSlides/notesSlide13.xml" Id="R7f653d930602444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2fed9e076d4451" /><Relationship Type="http://schemas.openxmlformats.org/officeDocument/2006/relationships/chart" Target="/ppt/slides/charts/chart10.xml" Id="R62df9f21a08b4bb0" /><Relationship Type="http://schemas.openxmlformats.org/officeDocument/2006/relationships/chart" Target="/ppt/slides/charts/chart11.xml" Id="Rbc7bc521826648bc" /><Relationship Type="http://schemas.openxmlformats.org/officeDocument/2006/relationships/chart" Target="/ppt/slides/charts/chart12.xml" Id="R9f9340adbf68488c" /><Relationship Type="http://schemas.openxmlformats.org/officeDocument/2006/relationships/notesSlide" Target="/ppt/notesSlides/notesSlide14.xml" Id="R89883390b4714c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3f94dfa86b4c7e" /><Relationship Type="http://schemas.openxmlformats.org/officeDocument/2006/relationships/notesSlide" Target="/ppt/notesSlides/notesSlide15.xml" Id="Ra4397b0cf0354f6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d1f4e0ce0d48d0" /><Relationship Type="http://schemas.openxmlformats.org/officeDocument/2006/relationships/chart" Target="/ppt/slides/charts/chart13.xml" Id="Rc66c21c493fc4975" /><Relationship Type="http://schemas.openxmlformats.org/officeDocument/2006/relationships/notesSlide" Target="/ppt/notesSlides/notesSlide16.xml" Id="R87238ccbd96745d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a22e4c654d47bd" /><Relationship Type="http://schemas.openxmlformats.org/officeDocument/2006/relationships/notesSlide" Target="/ppt/notesSlides/notesSlide17.xml" Id="R0ae39628a0ec4d30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8"/>
              <c:pt idx="0">
                <c:v>1</c:v>
              </c:pt>
              <c:pt idx="1">
                <c:v>2</c:v>
              </c:pt>
              <c:pt idx="2">
                <c:v>3</c:v>
              </c:pt>
              <c:pt idx="3">
                <c:v>4</c:v>
              </c:pt>
              <c:pt idx="4">
                <c:v>5</c:v>
              </c:pt>
              <c:pt idx="5">
                <c:v>6</c:v>
              </c:pt>
              <c:pt idx="6">
                <c:v>7</c:v>
              </c:pt>
              <c:pt idx="7">
                <c:v>8</c:v>
              </c:pt>
            </c:numLit>
          </c:xVal>
          <c:yVal>
            <c:numLit>
              <c:formatCode>0</c:formatCode>
              <c:ptCount val="8"/>
              <c:pt idx="0">
                <c:v>24</c:v>
              </c:pt>
              <c:pt idx="1">
                <c:v>29</c:v>
              </c:pt>
              <c:pt idx="2">
                <c:v>27</c:v>
              </c:pt>
              <c:pt idx="3">
                <c:v>38</c:v>
              </c:pt>
              <c:pt idx="4">
                <c:v>35</c:v>
              </c:pt>
              <c:pt idx="5">
                <c:v>44</c:v>
              </c:pt>
              <c:pt idx="6">
                <c:v>42</c:v>
              </c:pt>
              <c:pt idx="7">
                <c:v>51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Fee (HK$)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9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Distance (km)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3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2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3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6</c:v>
              </c:pt>
            </c:numLit>
          </c:xVal>
          <c:yVal>
            <c:numLit>
              <c:formatCode>0</c:formatCode>
              <c:ptCount val="2"/>
              <c:pt idx="0">
                <c:v>50</c:v>
              </c:pt>
              <c:pt idx="1">
                <c:v>62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7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</c:numLit>
          </c:xVal>
          <c:yVal>
            <c:numLit>
              <c:formatCode>0</c:formatCode>
              <c:ptCount val="7"/>
              <c:pt idx="0">
                <c:v>53</c:v>
              </c:pt>
              <c:pt idx="1">
                <c:v>46</c:v>
              </c:pt>
              <c:pt idx="2">
                <c:v>59</c:v>
              </c:pt>
              <c:pt idx="3">
                <c:v>52</c:v>
              </c:pt>
              <c:pt idx="4">
                <c:v>63</c:v>
              </c:pt>
              <c:pt idx="5">
                <c:v>54</c:v>
              </c:pt>
              <c:pt idx="6">
                <c:v>65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6</c:v>
              </c:pt>
            </c:numLit>
          </c:xVal>
          <c:yVal>
            <c:numLit>
              <c:formatCode>0</c:formatCode>
              <c:ptCount val="2"/>
              <c:pt idx="0">
                <c:v>50</c:v>
              </c:pt>
              <c:pt idx="1">
                <c:v>62</c:v>
              </c:pt>
            </c:numLit>
          </c:yVal>
        </c:ser>
        <c:ser>
          <c:idx val="2"/>
          <c:order val="2"/>
          <c:tx>
            <c:v>Prediction</c:v>
          </c:tx>
          <c:spPr>
            <a:solidFill xmlns:a="http://schemas.openxmlformats.org/drawingml/2006/main">
              <a:srgbClr val="6B51A3"/>
            </a:solidFill>
            <a:ln xmlns:a="http://schemas.openxmlformats.org/drawingml/2006/main" w="0">
              <a:noFill/>
            </a:ln>
          </c:spPr>
          <c:marker>
            <c:symbol val="diamond"/>
            <c:size val="13"/>
          </c:marker>
          <c:xVal>
            <c:numLit>
              <c:formatCode>General</c:formatCode>
              <c:ptCount val="1"/>
              <c:pt idx="0">
                <c:v>4.5</c:v>
              </c:pt>
            </c:numLit>
          </c:xVal>
          <c:yVal>
            <c:numLit>
              <c:formatCode>0</c:formatCode>
              <c:ptCount val="1"/>
              <c:pt idx="0">
                <c:v>59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Exam score (marks)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24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Study time (hours/day)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6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7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8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9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65.81889731814283</c:v>
              </c:pt>
              <c:pt idx="1">
                <c:v>35.10514177779453</c:v>
              </c:pt>
              <c:pt idx="2">
                <c:v>19.695767908930186</c:v>
              </c:pt>
              <c:pt idx="3">
                <c:v>35.88732172913021</c:v>
              </c:pt>
              <c:pt idx="4">
                <c:v>84.4969492300507</c:v>
              </c:pt>
              <c:pt idx="5">
                <c:v>73.17338506126326</c:v>
              </c:pt>
              <c:pt idx="6">
                <c:v>10.801529916825343</c:v>
              </c:pt>
              <c:pt idx="7">
                <c:v>25.914657374918015</c:v>
              </c:pt>
              <c:pt idx="8">
                <c:v>33.449095474898904</c:v>
              </c:pt>
              <c:pt idx="9">
                <c:v>85.47325693040412</c:v>
              </c:pt>
              <c:pt idx="10">
                <c:v>42.27496442010207</c:v>
              </c:pt>
              <c:pt idx="11">
                <c:v>24.545287725445544</c:v>
              </c:pt>
              <c:pt idx="12">
                <c:v>78.83103298756095</c:v>
              </c:pt>
              <c:pt idx="13">
                <c:v>82.56561175002899</c:v>
              </c:pt>
              <c:pt idx="14">
                <c:v>34.139838034854044</c:v>
              </c:pt>
              <c:pt idx="15">
                <c:v>38.415848339118554</c:v>
              </c:pt>
              <c:pt idx="16">
                <c:v>70.2841900932714</c:v>
              </c:pt>
              <c:pt idx="17">
                <c:v>31.467369062031032</c:v>
              </c:pt>
              <c:pt idx="18">
                <c:v>73.15379229449564</c:v>
              </c:pt>
              <c:pt idx="19">
                <c:v>46.0671915476656</c:v>
              </c:pt>
              <c:pt idx="20">
                <c:v>61.765384967429775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43.80872212952</c:v>
              </c:pt>
              <c:pt idx="1">
                <c:v>56.50808872232396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0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42.64674734510946</c:v>
              </c:pt>
              <c:pt idx="1">
                <c:v>33.681521819269534</c:v>
              </c:pt>
              <c:pt idx="2">
                <c:v>36.21711039251349</c:v>
              </c:pt>
              <c:pt idx="3">
                <c:v>8.819456643042024</c:v>
              </c:pt>
              <c:pt idx="4">
                <c:v>69.19590335809264</c:v>
              </c:pt>
              <c:pt idx="5">
                <c:v>61.0183222085212</c:v>
              </c:pt>
              <c:pt idx="6">
                <c:v>41.44408028385046</c:v>
              </c:pt>
              <c:pt idx="7">
                <c:v>57.83329221418726</c:v>
              </c:pt>
              <c:pt idx="8">
                <c:v>51.93694937716709</c:v>
              </c:pt>
              <c:pt idx="9">
                <c:v>41.24648029006327</c:v>
              </c:pt>
              <c:pt idx="10">
                <c:v>63.6859443157645</c:v>
              </c:pt>
              <c:pt idx="11">
                <c:v>46.652208346771864</c:v>
              </c:pt>
              <c:pt idx="12">
                <c:v>47.396465343188524</c:v>
              </c:pt>
              <c:pt idx="13">
                <c:v>41.909945424975426</c:v>
              </c:pt>
              <c:pt idx="14">
                <c:v>60.369412997371974</c:v>
              </c:pt>
              <c:pt idx="15">
                <c:v>53.611227275956566</c:v>
              </c:pt>
              <c:pt idx="16">
                <c:v>63.63404199550554</c:v>
              </c:pt>
              <c:pt idx="17">
                <c:v>48.499400201811085</c:v>
              </c:pt>
              <c:pt idx="18">
                <c:v>59.775589859566175</c:v>
              </c:pt>
              <c:pt idx="19">
                <c:v>46.50816339198293</c:v>
              </c:pt>
              <c:pt idx="20">
                <c:v>71.780509613182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39.15986045159048</c:v>
              </c:pt>
              <c:pt idx="1">
                <c:v>60.63659409106599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1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19.97951966040343</c:v>
              </c:pt>
              <c:pt idx="1">
                <c:v>26.138429876914707</c:v>
              </c:pt>
              <c:pt idx="2">
                <c:v>28.22476526386545</c:v>
              </c:pt>
              <c:pt idx="3">
                <c:v>31.17186962494997</c:v>
              </c:pt>
              <c:pt idx="4">
                <c:v>36.85632867000223</c:v>
              </c:pt>
              <c:pt idx="5">
                <c:v>31.383325572061015</c:v>
              </c:pt>
              <c:pt idx="6">
                <c:v>36.11913358677088</c:v>
              </c:pt>
              <c:pt idx="7">
                <c:v>37.038010365184626</c:v>
              </c:pt>
              <c:pt idx="8">
                <c:v>43.67674247615591</c:v>
              </c:pt>
              <c:pt idx="9">
                <c:v>49.99629096595107</c:v>
              </c:pt>
              <c:pt idx="10">
                <c:v>49.93415634118886</c:v>
              </c:pt>
              <c:pt idx="11">
                <c:v>54.487640199392665</c:v>
              </c:pt>
              <c:pt idx="12">
                <c:v>50.267694007470055</c:v>
              </c:pt>
              <c:pt idx="13">
                <c:v>59.44119249763498</c:v>
              </c:pt>
              <c:pt idx="14">
                <c:v>59.27917024622211</c:v>
              </c:pt>
              <c:pt idx="15">
                <c:v>70.32616816173842</c:v>
              </c:pt>
              <c:pt idx="16">
                <c:v>70.66054722937638</c:v>
              </c:pt>
              <c:pt idx="17">
                <c:v>73.8480484497741</c:v>
              </c:pt>
              <c:pt idx="18">
                <c:v>73.8264351124971</c:v>
              </c:pt>
              <c:pt idx="19">
                <c:v>78.83858682284028</c:v>
              </c:pt>
              <c:pt idx="20">
                <c:v>81.9736704861635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20.34454103408355</c:v>
              </c:pt>
              <c:pt idx="1">
                <c:v>80.9380995008267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2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21"/>
              <c:pt idx="0">
                <c:v>0</c:v>
              </c:pt>
              <c:pt idx="1">
                <c:v>0.5</c:v>
              </c:pt>
              <c:pt idx="2">
                <c:v>1</c:v>
              </c:pt>
              <c:pt idx="3">
                <c:v>1.5</c:v>
              </c:pt>
              <c:pt idx="4">
                <c:v>2</c:v>
              </c:pt>
              <c:pt idx="5">
                <c:v>2.5</c:v>
              </c:pt>
              <c:pt idx="6">
                <c:v>3</c:v>
              </c:pt>
              <c:pt idx="7">
                <c:v>3.5</c:v>
              </c:pt>
              <c:pt idx="8">
                <c:v>4</c:v>
              </c:pt>
              <c:pt idx="9">
                <c:v>4.5</c:v>
              </c:pt>
              <c:pt idx="10">
                <c:v>5</c:v>
              </c:pt>
              <c:pt idx="11">
                <c:v>5.5</c:v>
              </c:pt>
              <c:pt idx="12">
                <c:v>6</c:v>
              </c:pt>
              <c:pt idx="13">
                <c:v>6.5</c:v>
              </c:pt>
              <c:pt idx="14">
                <c:v>7</c:v>
              </c:pt>
              <c:pt idx="15">
                <c:v>7.5</c:v>
              </c:pt>
              <c:pt idx="16">
                <c:v>8</c:v>
              </c:pt>
              <c:pt idx="17">
                <c:v>8.5</c:v>
              </c:pt>
              <c:pt idx="18">
                <c:v>9</c:v>
              </c:pt>
              <c:pt idx="19">
                <c:v>9.5</c:v>
              </c:pt>
              <c:pt idx="20">
                <c:v>10</c:v>
              </c:pt>
            </c:numLit>
          </c:xVal>
          <c:yVal>
            <c:numLit>
              <c:formatCode>0</c:formatCode>
              <c:ptCount val="21"/>
              <c:pt idx="0">
                <c:v>65.81889731814283</c:v>
              </c:pt>
              <c:pt idx="1">
                <c:v>35.10514177779453</c:v>
              </c:pt>
              <c:pt idx="2">
                <c:v>19.695767908930186</c:v>
              </c:pt>
              <c:pt idx="3">
                <c:v>35.88732172913021</c:v>
              </c:pt>
              <c:pt idx="4">
                <c:v>84.4969492300507</c:v>
              </c:pt>
              <c:pt idx="5">
                <c:v>73.17338506126326</c:v>
              </c:pt>
              <c:pt idx="6">
                <c:v>10.801529916825343</c:v>
              </c:pt>
              <c:pt idx="7">
                <c:v>25.914657374918015</c:v>
              </c:pt>
              <c:pt idx="8">
                <c:v>33.449095474898904</c:v>
              </c:pt>
              <c:pt idx="9">
                <c:v>85.47325693040412</c:v>
              </c:pt>
              <c:pt idx="10">
                <c:v>42.27496442010207</c:v>
              </c:pt>
              <c:pt idx="11">
                <c:v>24.545287725445544</c:v>
              </c:pt>
              <c:pt idx="12">
                <c:v>78.83103298756095</c:v>
              </c:pt>
              <c:pt idx="13">
                <c:v>82.56561175002899</c:v>
              </c:pt>
              <c:pt idx="14">
                <c:v>34.139838034854044</c:v>
              </c:pt>
              <c:pt idx="15">
                <c:v>38.415848339118554</c:v>
              </c:pt>
              <c:pt idx="16">
                <c:v>70.2841900932714</c:v>
              </c:pt>
              <c:pt idx="17">
                <c:v>31.467369062031032</c:v>
              </c:pt>
              <c:pt idx="18">
                <c:v>73.15379229449564</c:v>
              </c:pt>
              <c:pt idx="19">
                <c:v>46.0671915476656</c:v>
              </c:pt>
              <c:pt idx="20">
                <c:v>61.765384967429775</c:v>
              </c:pt>
            </c:numLit>
          </c:yVal>
        </c:ser>
        <c:ser>
          <c:idx val="1"/>
          <c:order val="1"/>
          <c:tx>
            <c:v>Best-fit line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43.80872212952</c:v>
              </c:pt>
              <c:pt idx="1">
                <c:v>56.50808872232396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charts/chart13.xml><?xml version="1.0" encoding="utf-8"?>
<c:chartSpace xmlns:c="http://schemas.openxmlformats.org/drawingml/2006/chart">
  <c:lang val="en-US"/>
  <c:chart>
    <c:plotArea>
      <c:scatterChart>
        <c:scatterStyle val="lineMarker"/>
        <c:varyColors val="0"/>
        <c:ser>
          <c:idx val="0"/>
          <c:order val="0"/>
          <c:tx>
            <c:v>Simple trend</c:v>
          </c:tx>
          <c:spPr>
            <a:solidFill xmlns:a="http://schemas.openxmlformats.org/drawingml/2006/main">
              <a:srgbClr val="9BAAA8"/>
            </a:solidFill>
            <a:ln xmlns:a="http://schemas.openxmlformats.org/drawingml/2006/main" w="28575">
              <a:solidFill>
                <a:srgbClr val="9BAAA8"/>
              </a:solidFill>
            </a:ln>
          </c:spPr>
          <c:marker>
            <c:symbol val="none"/>
          </c:marker>
          <c:xVal>
            <c:numLit>
              <c:formatCode>General</c:formatCode>
              <c:ptCount val="2"/>
              <c:pt idx="0">
                <c:v>0</c:v>
              </c:pt>
              <c:pt idx="1">
                <c:v>10</c:v>
              </c:pt>
            </c:numLit>
          </c:xVal>
          <c:yVal>
            <c:numLit>
              <c:formatCode>0</c:formatCode>
              <c:ptCount val="2"/>
              <c:pt idx="0">
                <c:v>20</c:v>
              </c:pt>
              <c:pt idx="1">
                <c:v>70</c:v>
              </c:pt>
            </c:numLit>
          </c:yVal>
        </c:ser>
        <c:ser>
          <c:idx val="1"/>
          <c:order val="1"/>
          <c:tx>
            <c:v>Wiggly model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28575">
              <a:solidFill>
                <a:srgbClr val="B65320"/>
              </a:solidFill>
            </a:ln>
          </c:spPr>
          <c:marker>
            <c:symbol val="none"/>
          </c:marker>
          <c:xVal>
            <c:numLit>
              <c:formatCode>General</c:formatCode>
              <c:ptCount val="501"/>
              <c:pt idx="0">
                <c:v>0</c:v>
              </c:pt>
              <c:pt idx="1">
                <c:v>0.02</c:v>
              </c:pt>
              <c:pt idx="2">
                <c:v>0.04</c:v>
              </c:pt>
              <c:pt idx="3">
                <c:v>0.06</c:v>
              </c:pt>
              <c:pt idx="4">
                <c:v>0.08</c:v>
              </c:pt>
              <c:pt idx="5">
                <c:v>0.1</c:v>
              </c:pt>
              <c:pt idx="6">
                <c:v>0.12</c:v>
              </c:pt>
              <c:pt idx="7">
                <c:v>0.14</c:v>
              </c:pt>
              <c:pt idx="8">
                <c:v>0.16</c:v>
              </c:pt>
              <c:pt idx="9">
                <c:v>0.18</c:v>
              </c:pt>
              <c:pt idx="10">
                <c:v>0.2</c:v>
              </c:pt>
              <c:pt idx="11">
                <c:v>0.22</c:v>
              </c:pt>
              <c:pt idx="12">
                <c:v>0.24</c:v>
              </c:pt>
              <c:pt idx="13">
                <c:v>0.26</c:v>
              </c:pt>
              <c:pt idx="14">
                <c:v>0.28</c:v>
              </c:pt>
              <c:pt idx="15">
                <c:v>0.3</c:v>
              </c:pt>
              <c:pt idx="16">
                <c:v>0.32</c:v>
              </c:pt>
              <c:pt idx="17">
                <c:v>0.34</c:v>
              </c:pt>
              <c:pt idx="18">
                <c:v>0.36</c:v>
              </c:pt>
              <c:pt idx="19">
                <c:v>0.38</c:v>
              </c:pt>
              <c:pt idx="20">
                <c:v>0.4</c:v>
              </c:pt>
              <c:pt idx="21">
                <c:v>0.42</c:v>
              </c:pt>
              <c:pt idx="22">
                <c:v>0.44</c:v>
              </c:pt>
              <c:pt idx="23">
                <c:v>0.46</c:v>
              </c:pt>
              <c:pt idx="24">
                <c:v>0.48</c:v>
              </c:pt>
              <c:pt idx="25">
                <c:v>0.5</c:v>
              </c:pt>
              <c:pt idx="26">
                <c:v>0.52</c:v>
              </c:pt>
              <c:pt idx="27">
                <c:v>0.54</c:v>
              </c:pt>
              <c:pt idx="28">
                <c:v>0.56</c:v>
              </c:pt>
              <c:pt idx="29">
                <c:v>0.58</c:v>
              </c:pt>
              <c:pt idx="30">
                <c:v>0.6</c:v>
              </c:pt>
              <c:pt idx="31">
                <c:v>0.62</c:v>
              </c:pt>
              <c:pt idx="32">
                <c:v>0.64</c:v>
              </c:pt>
              <c:pt idx="33">
                <c:v>0.66</c:v>
              </c:pt>
              <c:pt idx="34">
                <c:v>0.68</c:v>
              </c:pt>
              <c:pt idx="35">
                <c:v>0.7000000000000001</c:v>
              </c:pt>
              <c:pt idx="36">
                <c:v>0.72</c:v>
              </c:pt>
              <c:pt idx="37">
                <c:v>0.74</c:v>
              </c:pt>
              <c:pt idx="38">
                <c:v>0.76</c:v>
              </c:pt>
              <c:pt idx="39">
                <c:v>0.78</c:v>
              </c:pt>
              <c:pt idx="40">
                <c:v>0.8</c:v>
              </c:pt>
              <c:pt idx="41">
                <c:v>0.8200000000000001</c:v>
              </c:pt>
              <c:pt idx="42">
                <c:v>0.84</c:v>
              </c:pt>
              <c:pt idx="43">
                <c:v>0.86</c:v>
              </c:pt>
              <c:pt idx="44">
                <c:v>0.88</c:v>
              </c:pt>
              <c:pt idx="45">
                <c:v>0.9</c:v>
              </c:pt>
              <c:pt idx="46">
                <c:v>0.92</c:v>
              </c:pt>
              <c:pt idx="47">
                <c:v>0.9400000000000001</c:v>
              </c:pt>
              <c:pt idx="48">
                <c:v>0.96</c:v>
              </c:pt>
              <c:pt idx="49">
                <c:v>0.98</c:v>
              </c:pt>
              <c:pt idx="50">
                <c:v>1</c:v>
              </c:pt>
              <c:pt idx="51">
                <c:v>1.02</c:v>
              </c:pt>
              <c:pt idx="52">
                <c:v>1.04</c:v>
              </c:pt>
              <c:pt idx="53">
                <c:v>1.06</c:v>
              </c:pt>
              <c:pt idx="54">
                <c:v>1.08</c:v>
              </c:pt>
              <c:pt idx="55">
                <c:v>1.1</c:v>
              </c:pt>
              <c:pt idx="56">
                <c:v>1.12</c:v>
              </c:pt>
              <c:pt idx="57">
                <c:v>1.1400000000000001</c:v>
              </c:pt>
              <c:pt idx="58">
                <c:v>1.16</c:v>
              </c:pt>
              <c:pt idx="59">
                <c:v>1.18</c:v>
              </c:pt>
              <c:pt idx="60">
                <c:v>1.2</c:v>
              </c:pt>
              <c:pt idx="61">
                <c:v>1.22</c:v>
              </c:pt>
              <c:pt idx="62">
                <c:v>1.24</c:v>
              </c:pt>
              <c:pt idx="63">
                <c:v>1.26</c:v>
              </c:pt>
              <c:pt idx="64">
                <c:v>1.28</c:v>
              </c:pt>
              <c:pt idx="65">
                <c:v>1.3</c:v>
              </c:pt>
              <c:pt idx="66">
                <c:v>1.32</c:v>
              </c:pt>
              <c:pt idx="67">
                <c:v>1.34</c:v>
              </c:pt>
              <c:pt idx="68">
                <c:v>1.36</c:v>
              </c:pt>
              <c:pt idx="69">
                <c:v>1.3800000000000001</c:v>
              </c:pt>
              <c:pt idx="70">
                <c:v>1.4000000000000001</c:v>
              </c:pt>
              <c:pt idx="71">
                <c:v>1.42</c:v>
              </c:pt>
              <c:pt idx="72">
                <c:v>1.44</c:v>
              </c:pt>
              <c:pt idx="73">
                <c:v>1.46</c:v>
              </c:pt>
              <c:pt idx="74">
                <c:v>1.48</c:v>
              </c:pt>
              <c:pt idx="75">
                <c:v>1.5</c:v>
              </c:pt>
              <c:pt idx="76">
                <c:v>1.52</c:v>
              </c:pt>
              <c:pt idx="77">
                <c:v>1.54</c:v>
              </c:pt>
              <c:pt idx="78">
                <c:v>1.56</c:v>
              </c:pt>
              <c:pt idx="79">
                <c:v>1.58</c:v>
              </c:pt>
              <c:pt idx="80">
                <c:v>1.6</c:v>
              </c:pt>
              <c:pt idx="81">
                <c:v>1.62</c:v>
              </c:pt>
              <c:pt idx="82">
                <c:v>1.6400000000000001</c:v>
              </c:pt>
              <c:pt idx="83">
                <c:v>1.6600000000000001</c:v>
              </c:pt>
              <c:pt idx="84">
                <c:v>1.68</c:v>
              </c:pt>
              <c:pt idx="85">
                <c:v>1.7</c:v>
              </c:pt>
              <c:pt idx="86">
                <c:v>1.72</c:v>
              </c:pt>
              <c:pt idx="87">
                <c:v>1.74</c:v>
              </c:pt>
              <c:pt idx="88">
                <c:v>1.76</c:v>
              </c:pt>
              <c:pt idx="89">
                <c:v>1.78</c:v>
              </c:pt>
              <c:pt idx="90">
                <c:v>1.8</c:v>
              </c:pt>
              <c:pt idx="91">
                <c:v>1.82</c:v>
              </c:pt>
              <c:pt idx="92">
                <c:v>1.84</c:v>
              </c:pt>
              <c:pt idx="93">
                <c:v>1.86</c:v>
              </c:pt>
              <c:pt idx="94">
                <c:v>1.8800000000000001</c:v>
              </c:pt>
              <c:pt idx="95">
                <c:v>1.9000000000000001</c:v>
              </c:pt>
              <c:pt idx="96">
                <c:v>1.92</c:v>
              </c:pt>
              <c:pt idx="97">
                <c:v>1.94</c:v>
              </c:pt>
              <c:pt idx="98">
                <c:v>1.96</c:v>
              </c:pt>
              <c:pt idx="99">
                <c:v>1.98</c:v>
              </c:pt>
              <c:pt idx="100">
                <c:v>2</c:v>
              </c:pt>
              <c:pt idx="101">
                <c:v>2.02</c:v>
              </c:pt>
              <c:pt idx="102">
                <c:v>2.04</c:v>
              </c:pt>
              <c:pt idx="103">
                <c:v>2.06</c:v>
              </c:pt>
              <c:pt idx="104">
                <c:v>2.08</c:v>
              </c:pt>
              <c:pt idx="105">
                <c:v>2.1</c:v>
              </c:pt>
              <c:pt idx="106">
                <c:v>2.12</c:v>
              </c:pt>
              <c:pt idx="107">
                <c:v>2.14</c:v>
              </c:pt>
              <c:pt idx="108">
                <c:v>2.16</c:v>
              </c:pt>
              <c:pt idx="109">
                <c:v>2.18</c:v>
              </c:pt>
              <c:pt idx="110">
                <c:v>2.2</c:v>
              </c:pt>
              <c:pt idx="111">
                <c:v>2.22</c:v>
              </c:pt>
              <c:pt idx="112">
                <c:v>2.24</c:v>
              </c:pt>
              <c:pt idx="113">
                <c:v>2.2600000000000002</c:v>
              </c:pt>
              <c:pt idx="114">
                <c:v>2.2800000000000002</c:v>
              </c:pt>
              <c:pt idx="115">
                <c:v>2.3000000000000003</c:v>
              </c:pt>
              <c:pt idx="116">
                <c:v>2.32</c:v>
              </c:pt>
              <c:pt idx="117">
                <c:v>2.34</c:v>
              </c:pt>
              <c:pt idx="118">
                <c:v>2.36</c:v>
              </c:pt>
              <c:pt idx="119">
                <c:v>2.38</c:v>
              </c:pt>
              <c:pt idx="120">
                <c:v>2.4</c:v>
              </c:pt>
              <c:pt idx="121">
                <c:v>2.42</c:v>
              </c:pt>
              <c:pt idx="122">
                <c:v>2.44</c:v>
              </c:pt>
              <c:pt idx="123">
                <c:v>2.46</c:v>
              </c:pt>
              <c:pt idx="124">
                <c:v>2.48</c:v>
              </c:pt>
              <c:pt idx="125">
                <c:v>2.5</c:v>
              </c:pt>
              <c:pt idx="126">
                <c:v>2.52</c:v>
              </c:pt>
              <c:pt idx="127">
                <c:v>2.54</c:v>
              </c:pt>
              <c:pt idx="128">
                <c:v>2.56</c:v>
              </c:pt>
              <c:pt idx="129">
                <c:v>2.58</c:v>
              </c:pt>
              <c:pt idx="130">
                <c:v>2.6</c:v>
              </c:pt>
              <c:pt idx="131">
                <c:v>2.62</c:v>
              </c:pt>
              <c:pt idx="132">
                <c:v>2.64</c:v>
              </c:pt>
              <c:pt idx="133">
                <c:v>2.66</c:v>
              </c:pt>
              <c:pt idx="134">
                <c:v>2.68</c:v>
              </c:pt>
              <c:pt idx="135">
                <c:v>2.7</c:v>
              </c:pt>
              <c:pt idx="136">
                <c:v>2.72</c:v>
              </c:pt>
              <c:pt idx="137">
                <c:v>2.74</c:v>
              </c:pt>
              <c:pt idx="138">
                <c:v>2.7600000000000002</c:v>
              </c:pt>
              <c:pt idx="139">
                <c:v>2.7800000000000002</c:v>
              </c:pt>
              <c:pt idx="140">
                <c:v>2.8000000000000003</c:v>
              </c:pt>
              <c:pt idx="141">
                <c:v>2.82</c:v>
              </c:pt>
              <c:pt idx="142">
                <c:v>2.84</c:v>
              </c:pt>
              <c:pt idx="143">
                <c:v>2.86</c:v>
              </c:pt>
              <c:pt idx="144">
                <c:v>2.88</c:v>
              </c:pt>
              <c:pt idx="145">
                <c:v>2.9</c:v>
              </c:pt>
              <c:pt idx="146">
                <c:v>2.92</c:v>
              </c:pt>
              <c:pt idx="147">
                <c:v>2.94</c:v>
              </c:pt>
              <c:pt idx="148">
                <c:v>2.96</c:v>
              </c:pt>
              <c:pt idx="149">
                <c:v>2.98</c:v>
              </c:pt>
              <c:pt idx="150">
                <c:v>3</c:v>
              </c:pt>
              <c:pt idx="151">
                <c:v>3.02</c:v>
              </c:pt>
              <c:pt idx="152">
                <c:v>3.04</c:v>
              </c:pt>
              <c:pt idx="153">
                <c:v>3.06</c:v>
              </c:pt>
              <c:pt idx="154">
                <c:v>3.08</c:v>
              </c:pt>
              <c:pt idx="155">
                <c:v>3.1</c:v>
              </c:pt>
              <c:pt idx="156">
                <c:v>3.12</c:v>
              </c:pt>
              <c:pt idx="157">
                <c:v>3.14</c:v>
              </c:pt>
              <c:pt idx="158">
                <c:v>3.16</c:v>
              </c:pt>
              <c:pt idx="159">
                <c:v>3.18</c:v>
              </c:pt>
              <c:pt idx="160">
                <c:v>3.2</c:v>
              </c:pt>
              <c:pt idx="161">
                <c:v>3.22</c:v>
              </c:pt>
              <c:pt idx="162">
                <c:v>3.24</c:v>
              </c:pt>
              <c:pt idx="163">
                <c:v>3.2600000000000002</c:v>
              </c:pt>
              <c:pt idx="164">
                <c:v>3.2800000000000002</c:v>
              </c:pt>
              <c:pt idx="165">
                <c:v>3.3000000000000003</c:v>
              </c:pt>
              <c:pt idx="166">
                <c:v>3.3200000000000003</c:v>
              </c:pt>
              <c:pt idx="167">
                <c:v>3.34</c:v>
              </c:pt>
              <c:pt idx="168">
                <c:v>3.36</c:v>
              </c:pt>
              <c:pt idx="169">
                <c:v>3.38</c:v>
              </c:pt>
              <c:pt idx="170">
                <c:v>3.4</c:v>
              </c:pt>
              <c:pt idx="171">
                <c:v>3.42</c:v>
              </c:pt>
              <c:pt idx="172">
                <c:v>3.44</c:v>
              </c:pt>
              <c:pt idx="173">
                <c:v>3.46</c:v>
              </c:pt>
              <c:pt idx="174">
                <c:v>3.48</c:v>
              </c:pt>
              <c:pt idx="175">
                <c:v>3.5</c:v>
              </c:pt>
              <c:pt idx="176">
                <c:v>3.52</c:v>
              </c:pt>
              <c:pt idx="177">
                <c:v>3.54</c:v>
              </c:pt>
              <c:pt idx="178">
                <c:v>3.56</c:v>
              </c:pt>
              <c:pt idx="179">
                <c:v>3.58</c:v>
              </c:pt>
              <c:pt idx="180">
                <c:v>3.6</c:v>
              </c:pt>
              <c:pt idx="181">
                <c:v>3.62</c:v>
              </c:pt>
              <c:pt idx="182">
                <c:v>3.64</c:v>
              </c:pt>
              <c:pt idx="183">
                <c:v>3.66</c:v>
              </c:pt>
              <c:pt idx="184">
                <c:v>3.68</c:v>
              </c:pt>
              <c:pt idx="185">
                <c:v>3.7</c:v>
              </c:pt>
              <c:pt idx="186">
                <c:v>3.72</c:v>
              </c:pt>
              <c:pt idx="187">
                <c:v>3.74</c:v>
              </c:pt>
              <c:pt idx="188">
                <c:v>3.7600000000000002</c:v>
              </c:pt>
              <c:pt idx="189">
                <c:v>3.7800000000000002</c:v>
              </c:pt>
              <c:pt idx="190">
                <c:v>3.8000000000000003</c:v>
              </c:pt>
              <c:pt idx="191">
                <c:v>3.8200000000000003</c:v>
              </c:pt>
              <c:pt idx="192">
                <c:v>3.84</c:v>
              </c:pt>
              <c:pt idx="193">
                <c:v>3.86</c:v>
              </c:pt>
              <c:pt idx="194">
                <c:v>3.88</c:v>
              </c:pt>
              <c:pt idx="195">
                <c:v>3.9</c:v>
              </c:pt>
              <c:pt idx="196">
                <c:v>3.92</c:v>
              </c:pt>
              <c:pt idx="197">
                <c:v>3.94</c:v>
              </c:pt>
              <c:pt idx="198">
                <c:v>3.96</c:v>
              </c:pt>
              <c:pt idx="199">
                <c:v>3.98</c:v>
              </c:pt>
              <c:pt idx="200">
                <c:v>4</c:v>
              </c:pt>
              <c:pt idx="201">
                <c:v>4.0200000000000005</c:v>
              </c:pt>
              <c:pt idx="202">
                <c:v>4.04</c:v>
              </c:pt>
              <c:pt idx="203">
                <c:v>4.0600000000000005</c:v>
              </c:pt>
              <c:pt idx="204">
                <c:v>4.08</c:v>
              </c:pt>
              <c:pt idx="205">
                <c:v>4.1</c:v>
              </c:pt>
              <c:pt idx="206">
                <c:v>4.12</c:v>
              </c:pt>
              <c:pt idx="207">
                <c:v>4.14</c:v>
              </c:pt>
              <c:pt idx="208">
                <c:v>4.16</c:v>
              </c:pt>
              <c:pt idx="209">
                <c:v>4.18</c:v>
              </c:pt>
              <c:pt idx="210">
                <c:v>4.2</c:v>
              </c:pt>
              <c:pt idx="211">
                <c:v>4.22</c:v>
              </c:pt>
              <c:pt idx="212">
                <c:v>4.24</c:v>
              </c:pt>
              <c:pt idx="213">
                <c:v>4.26</c:v>
              </c:pt>
              <c:pt idx="214">
                <c:v>4.28</c:v>
              </c:pt>
              <c:pt idx="215">
                <c:v>4.3</c:v>
              </c:pt>
              <c:pt idx="216">
                <c:v>4.32</c:v>
              </c:pt>
              <c:pt idx="217">
                <c:v>4.34</c:v>
              </c:pt>
              <c:pt idx="218">
                <c:v>4.36</c:v>
              </c:pt>
              <c:pt idx="219">
                <c:v>4.38</c:v>
              </c:pt>
              <c:pt idx="220">
                <c:v>4.4</c:v>
              </c:pt>
              <c:pt idx="221">
                <c:v>4.42</c:v>
              </c:pt>
              <c:pt idx="222">
                <c:v>4.44</c:v>
              </c:pt>
              <c:pt idx="223">
                <c:v>4.46</c:v>
              </c:pt>
              <c:pt idx="224">
                <c:v>4.48</c:v>
              </c:pt>
              <c:pt idx="225">
                <c:v>4.5</c:v>
              </c:pt>
              <c:pt idx="226">
                <c:v>4.5200000000000005</c:v>
              </c:pt>
              <c:pt idx="227">
                <c:v>4.54</c:v>
              </c:pt>
              <c:pt idx="228">
                <c:v>4.5600000000000005</c:v>
              </c:pt>
              <c:pt idx="229">
                <c:v>4.58</c:v>
              </c:pt>
              <c:pt idx="230">
                <c:v>4.6000000000000005</c:v>
              </c:pt>
              <c:pt idx="231">
                <c:v>4.62</c:v>
              </c:pt>
              <c:pt idx="232">
                <c:v>4.64</c:v>
              </c:pt>
              <c:pt idx="233">
                <c:v>4.66</c:v>
              </c:pt>
              <c:pt idx="234">
                <c:v>4.68</c:v>
              </c:pt>
              <c:pt idx="235">
                <c:v>4.7</c:v>
              </c:pt>
              <c:pt idx="236">
                <c:v>4.72</c:v>
              </c:pt>
              <c:pt idx="237">
                <c:v>4.74</c:v>
              </c:pt>
              <c:pt idx="238">
                <c:v>4.76</c:v>
              </c:pt>
              <c:pt idx="239">
                <c:v>4.78</c:v>
              </c:pt>
              <c:pt idx="240">
                <c:v>4.8</c:v>
              </c:pt>
              <c:pt idx="241">
                <c:v>4.82</c:v>
              </c:pt>
              <c:pt idx="242">
                <c:v>4.84</c:v>
              </c:pt>
              <c:pt idx="243">
                <c:v>4.86</c:v>
              </c:pt>
              <c:pt idx="244">
                <c:v>4.88</c:v>
              </c:pt>
              <c:pt idx="245">
                <c:v>4.9</c:v>
              </c:pt>
              <c:pt idx="246">
                <c:v>4.92</c:v>
              </c:pt>
              <c:pt idx="247">
                <c:v>4.94</c:v>
              </c:pt>
              <c:pt idx="248">
                <c:v>4.96</c:v>
              </c:pt>
              <c:pt idx="249">
                <c:v>4.98</c:v>
              </c:pt>
              <c:pt idx="250">
                <c:v>5</c:v>
              </c:pt>
              <c:pt idx="251">
                <c:v>5.0200000000000005</c:v>
              </c:pt>
              <c:pt idx="252">
                <c:v>5.04</c:v>
              </c:pt>
              <c:pt idx="253">
                <c:v>5.0600000000000005</c:v>
              </c:pt>
              <c:pt idx="254">
                <c:v>5.08</c:v>
              </c:pt>
              <c:pt idx="255">
                <c:v>5.1000000000000005</c:v>
              </c:pt>
              <c:pt idx="256">
                <c:v>5.12</c:v>
              </c:pt>
              <c:pt idx="257">
                <c:v>5.14</c:v>
              </c:pt>
              <c:pt idx="258">
                <c:v>5.16</c:v>
              </c:pt>
              <c:pt idx="259">
                <c:v>5.18</c:v>
              </c:pt>
              <c:pt idx="260">
                <c:v>5.2</c:v>
              </c:pt>
              <c:pt idx="261">
                <c:v>5.22</c:v>
              </c:pt>
              <c:pt idx="262">
                <c:v>5.24</c:v>
              </c:pt>
              <c:pt idx="263">
                <c:v>5.26</c:v>
              </c:pt>
              <c:pt idx="264">
                <c:v>5.28</c:v>
              </c:pt>
              <c:pt idx="265">
                <c:v>5.3</c:v>
              </c:pt>
              <c:pt idx="266">
                <c:v>5.32</c:v>
              </c:pt>
              <c:pt idx="267">
                <c:v>5.34</c:v>
              </c:pt>
              <c:pt idx="268">
                <c:v>5.36</c:v>
              </c:pt>
              <c:pt idx="269">
                <c:v>5.38</c:v>
              </c:pt>
              <c:pt idx="270">
                <c:v>5.4</c:v>
              </c:pt>
              <c:pt idx="271">
                <c:v>5.42</c:v>
              </c:pt>
              <c:pt idx="272">
                <c:v>5.44</c:v>
              </c:pt>
              <c:pt idx="273">
                <c:v>5.46</c:v>
              </c:pt>
              <c:pt idx="274">
                <c:v>5.48</c:v>
              </c:pt>
              <c:pt idx="275">
                <c:v>5.5</c:v>
              </c:pt>
              <c:pt idx="276">
                <c:v>5.5200000000000005</c:v>
              </c:pt>
              <c:pt idx="277">
                <c:v>5.54</c:v>
              </c:pt>
              <c:pt idx="278">
                <c:v>5.5600000000000005</c:v>
              </c:pt>
              <c:pt idx="279">
                <c:v>5.58</c:v>
              </c:pt>
              <c:pt idx="280">
                <c:v>5.6000000000000005</c:v>
              </c:pt>
              <c:pt idx="281">
                <c:v>5.62</c:v>
              </c:pt>
              <c:pt idx="282">
                <c:v>5.64</c:v>
              </c:pt>
              <c:pt idx="283">
                <c:v>5.66</c:v>
              </c:pt>
              <c:pt idx="284">
                <c:v>5.68</c:v>
              </c:pt>
              <c:pt idx="285">
                <c:v>5.7</c:v>
              </c:pt>
              <c:pt idx="286">
                <c:v>5.72</c:v>
              </c:pt>
              <c:pt idx="287">
                <c:v>5.74</c:v>
              </c:pt>
              <c:pt idx="288">
                <c:v>5.76</c:v>
              </c:pt>
              <c:pt idx="289">
                <c:v>5.78</c:v>
              </c:pt>
              <c:pt idx="290">
                <c:v>5.8</c:v>
              </c:pt>
              <c:pt idx="291">
                <c:v>5.82</c:v>
              </c:pt>
              <c:pt idx="292">
                <c:v>5.84</c:v>
              </c:pt>
              <c:pt idx="293">
                <c:v>5.86</c:v>
              </c:pt>
              <c:pt idx="294">
                <c:v>5.88</c:v>
              </c:pt>
              <c:pt idx="295">
                <c:v>5.9</c:v>
              </c:pt>
              <c:pt idx="296">
                <c:v>5.92</c:v>
              </c:pt>
              <c:pt idx="297">
                <c:v>5.94</c:v>
              </c:pt>
              <c:pt idx="298">
                <c:v>5.96</c:v>
              </c:pt>
              <c:pt idx="299">
                <c:v>5.98</c:v>
              </c:pt>
              <c:pt idx="300">
                <c:v>6</c:v>
              </c:pt>
              <c:pt idx="301">
                <c:v>6.0200000000000005</c:v>
              </c:pt>
              <c:pt idx="302">
                <c:v>6.04</c:v>
              </c:pt>
              <c:pt idx="303">
                <c:v>6.0600000000000005</c:v>
              </c:pt>
              <c:pt idx="304">
                <c:v>6.08</c:v>
              </c:pt>
              <c:pt idx="305">
                <c:v>6.1000000000000005</c:v>
              </c:pt>
              <c:pt idx="306">
                <c:v>6.12</c:v>
              </c:pt>
              <c:pt idx="307">
                <c:v>6.140000000000001</c:v>
              </c:pt>
              <c:pt idx="308">
                <c:v>6.16</c:v>
              </c:pt>
              <c:pt idx="309">
                <c:v>6.18</c:v>
              </c:pt>
              <c:pt idx="310">
                <c:v>6.2</c:v>
              </c:pt>
              <c:pt idx="311">
                <c:v>6.22</c:v>
              </c:pt>
              <c:pt idx="312">
                <c:v>6.24</c:v>
              </c:pt>
              <c:pt idx="313">
                <c:v>6.26</c:v>
              </c:pt>
              <c:pt idx="314">
                <c:v>6.28</c:v>
              </c:pt>
              <c:pt idx="315">
                <c:v>6.3</c:v>
              </c:pt>
              <c:pt idx="316">
                <c:v>6.32</c:v>
              </c:pt>
              <c:pt idx="317">
                <c:v>6.34</c:v>
              </c:pt>
              <c:pt idx="318">
                <c:v>6.36</c:v>
              </c:pt>
              <c:pt idx="319">
                <c:v>6.38</c:v>
              </c:pt>
              <c:pt idx="320">
                <c:v>6.4</c:v>
              </c:pt>
              <c:pt idx="321">
                <c:v>6.42</c:v>
              </c:pt>
              <c:pt idx="322">
                <c:v>6.44</c:v>
              </c:pt>
              <c:pt idx="323">
                <c:v>6.46</c:v>
              </c:pt>
              <c:pt idx="324">
                <c:v>6.48</c:v>
              </c:pt>
              <c:pt idx="325">
                <c:v>6.5</c:v>
              </c:pt>
              <c:pt idx="326">
                <c:v>6.5200000000000005</c:v>
              </c:pt>
              <c:pt idx="327">
                <c:v>6.54</c:v>
              </c:pt>
              <c:pt idx="328">
                <c:v>6.5600000000000005</c:v>
              </c:pt>
              <c:pt idx="329">
                <c:v>6.58</c:v>
              </c:pt>
              <c:pt idx="330">
                <c:v>6.6000000000000005</c:v>
              </c:pt>
              <c:pt idx="331">
                <c:v>6.62</c:v>
              </c:pt>
              <c:pt idx="332">
                <c:v>6.640000000000001</c:v>
              </c:pt>
              <c:pt idx="333">
                <c:v>6.66</c:v>
              </c:pt>
              <c:pt idx="334">
                <c:v>6.68</c:v>
              </c:pt>
              <c:pt idx="335">
                <c:v>6.7</c:v>
              </c:pt>
              <c:pt idx="336">
                <c:v>6.72</c:v>
              </c:pt>
              <c:pt idx="337">
                <c:v>6.74</c:v>
              </c:pt>
              <c:pt idx="338">
                <c:v>6.76</c:v>
              </c:pt>
              <c:pt idx="339">
                <c:v>6.78</c:v>
              </c:pt>
              <c:pt idx="340">
                <c:v>6.8</c:v>
              </c:pt>
              <c:pt idx="341">
                <c:v>6.82</c:v>
              </c:pt>
              <c:pt idx="342">
                <c:v>6.84</c:v>
              </c:pt>
              <c:pt idx="343">
                <c:v>6.86</c:v>
              </c:pt>
              <c:pt idx="344">
                <c:v>6.88</c:v>
              </c:pt>
              <c:pt idx="345">
                <c:v>6.9</c:v>
              </c:pt>
              <c:pt idx="346">
                <c:v>6.92</c:v>
              </c:pt>
              <c:pt idx="347">
                <c:v>6.94</c:v>
              </c:pt>
              <c:pt idx="348">
                <c:v>6.96</c:v>
              </c:pt>
              <c:pt idx="349">
                <c:v>6.98</c:v>
              </c:pt>
              <c:pt idx="350">
                <c:v>7</c:v>
              </c:pt>
              <c:pt idx="351">
                <c:v>7.0200000000000005</c:v>
              </c:pt>
              <c:pt idx="352">
                <c:v>7.04</c:v>
              </c:pt>
              <c:pt idx="353">
                <c:v>7.0600000000000005</c:v>
              </c:pt>
              <c:pt idx="354">
                <c:v>7.08</c:v>
              </c:pt>
              <c:pt idx="355">
                <c:v>7.1000000000000005</c:v>
              </c:pt>
              <c:pt idx="356">
                <c:v>7.12</c:v>
              </c:pt>
              <c:pt idx="357">
                <c:v>7.140000000000001</c:v>
              </c:pt>
              <c:pt idx="358">
                <c:v>7.16</c:v>
              </c:pt>
              <c:pt idx="359">
                <c:v>7.18</c:v>
              </c:pt>
              <c:pt idx="360">
                <c:v>7.2</c:v>
              </c:pt>
              <c:pt idx="361">
                <c:v>7.22</c:v>
              </c:pt>
              <c:pt idx="362">
                <c:v>7.24</c:v>
              </c:pt>
              <c:pt idx="363">
                <c:v>7.26</c:v>
              </c:pt>
              <c:pt idx="364">
                <c:v>7.28</c:v>
              </c:pt>
              <c:pt idx="365">
                <c:v>7.3</c:v>
              </c:pt>
              <c:pt idx="366">
                <c:v>7.32</c:v>
              </c:pt>
              <c:pt idx="367">
                <c:v>7.34</c:v>
              </c:pt>
              <c:pt idx="368">
                <c:v>7.36</c:v>
              </c:pt>
              <c:pt idx="369">
                <c:v>7.38</c:v>
              </c:pt>
              <c:pt idx="370">
                <c:v>7.4</c:v>
              </c:pt>
              <c:pt idx="371">
                <c:v>7.42</c:v>
              </c:pt>
              <c:pt idx="372">
                <c:v>7.44</c:v>
              </c:pt>
              <c:pt idx="373">
                <c:v>7.46</c:v>
              </c:pt>
              <c:pt idx="374">
                <c:v>7.48</c:v>
              </c:pt>
              <c:pt idx="375">
                <c:v>7.5</c:v>
              </c:pt>
              <c:pt idx="376">
                <c:v>7.5200000000000005</c:v>
              </c:pt>
              <c:pt idx="377">
                <c:v>7.54</c:v>
              </c:pt>
              <c:pt idx="378">
                <c:v>7.5600000000000005</c:v>
              </c:pt>
              <c:pt idx="379">
                <c:v>7.58</c:v>
              </c:pt>
              <c:pt idx="380">
                <c:v>7.6000000000000005</c:v>
              </c:pt>
              <c:pt idx="381">
                <c:v>7.62</c:v>
              </c:pt>
              <c:pt idx="382">
                <c:v>7.640000000000001</c:v>
              </c:pt>
              <c:pt idx="383">
                <c:v>7.66</c:v>
              </c:pt>
              <c:pt idx="384">
                <c:v>7.68</c:v>
              </c:pt>
              <c:pt idx="385">
                <c:v>7.7</c:v>
              </c:pt>
              <c:pt idx="386">
                <c:v>7.72</c:v>
              </c:pt>
              <c:pt idx="387">
                <c:v>7.74</c:v>
              </c:pt>
              <c:pt idx="388">
                <c:v>7.76</c:v>
              </c:pt>
              <c:pt idx="389">
                <c:v>7.78</c:v>
              </c:pt>
              <c:pt idx="390">
                <c:v>7.8</c:v>
              </c:pt>
              <c:pt idx="391">
                <c:v>7.82</c:v>
              </c:pt>
              <c:pt idx="392">
                <c:v>7.84</c:v>
              </c:pt>
              <c:pt idx="393">
                <c:v>7.86</c:v>
              </c:pt>
              <c:pt idx="394">
                <c:v>7.88</c:v>
              </c:pt>
              <c:pt idx="395">
                <c:v>7.9</c:v>
              </c:pt>
              <c:pt idx="396">
                <c:v>7.92</c:v>
              </c:pt>
              <c:pt idx="397">
                <c:v>7.94</c:v>
              </c:pt>
              <c:pt idx="398">
                <c:v>7.96</c:v>
              </c:pt>
              <c:pt idx="399">
                <c:v>7.98</c:v>
              </c:pt>
              <c:pt idx="400">
                <c:v>8</c:v>
              </c:pt>
              <c:pt idx="401">
                <c:v>8.02</c:v>
              </c:pt>
              <c:pt idx="402">
                <c:v>8.040000000000001</c:v>
              </c:pt>
              <c:pt idx="403">
                <c:v>8.06</c:v>
              </c:pt>
              <c:pt idx="404">
                <c:v>8.08</c:v>
              </c:pt>
              <c:pt idx="405">
                <c:v>8.1</c:v>
              </c:pt>
              <c:pt idx="406">
                <c:v>8.120000000000001</c:v>
              </c:pt>
              <c:pt idx="407">
                <c:v>8.14</c:v>
              </c:pt>
              <c:pt idx="408">
                <c:v>8.16</c:v>
              </c:pt>
              <c:pt idx="409">
                <c:v>8.18</c:v>
              </c:pt>
              <c:pt idx="410">
                <c:v>8.2</c:v>
              </c:pt>
              <c:pt idx="411">
                <c:v>8.22</c:v>
              </c:pt>
              <c:pt idx="412">
                <c:v>8.24</c:v>
              </c:pt>
              <c:pt idx="413">
                <c:v>8.26</c:v>
              </c:pt>
              <c:pt idx="414">
                <c:v>8.28</c:v>
              </c:pt>
              <c:pt idx="415">
                <c:v>8.3</c:v>
              </c:pt>
              <c:pt idx="416">
                <c:v>8.32</c:v>
              </c:pt>
              <c:pt idx="417">
                <c:v>8.34</c:v>
              </c:pt>
              <c:pt idx="418">
                <c:v>8.36</c:v>
              </c:pt>
              <c:pt idx="419">
                <c:v>8.38</c:v>
              </c:pt>
              <c:pt idx="420">
                <c:v>8.4</c:v>
              </c:pt>
              <c:pt idx="421">
                <c:v>8.42</c:v>
              </c:pt>
              <c:pt idx="422">
                <c:v>8.44</c:v>
              </c:pt>
              <c:pt idx="423">
                <c:v>8.46</c:v>
              </c:pt>
              <c:pt idx="424">
                <c:v>8.48</c:v>
              </c:pt>
              <c:pt idx="425">
                <c:v>8.5</c:v>
              </c:pt>
              <c:pt idx="426">
                <c:v>8.52</c:v>
              </c:pt>
              <c:pt idx="427">
                <c:v>8.540000000000001</c:v>
              </c:pt>
              <c:pt idx="428">
                <c:v>8.56</c:v>
              </c:pt>
              <c:pt idx="429">
                <c:v>8.58</c:v>
              </c:pt>
              <c:pt idx="430">
                <c:v>8.6</c:v>
              </c:pt>
              <c:pt idx="431">
                <c:v>8.620000000000001</c:v>
              </c:pt>
              <c:pt idx="432">
                <c:v>8.64</c:v>
              </c:pt>
              <c:pt idx="433">
                <c:v>8.66</c:v>
              </c:pt>
              <c:pt idx="434">
                <c:v>8.68</c:v>
              </c:pt>
              <c:pt idx="435">
                <c:v>8.700000000000001</c:v>
              </c:pt>
              <c:pt idx="436">
                <c:v>8.72</c:v>
              </c:pt>
              <c:pt idx="437">
                <c:v>8.74</c:v>
              </c:pt>
              <c:pt idx="438">
                <c:v>8.76</c:v>
              </c:pt>
              <c:pt idx="439">
                <c:v>8.78</c:v>
              </c:pt>
              <c:pt idx="440">
                <c:v>8.8</c:v>
              </c:pt>
              <c:pt idx="441">
                <c:v>8.82</c:v>
              </c:pt>
              <c:pt idx="442">
                <c:v>8.84</c:v>
              </c:pt>
              <c:pt idx="443">
                <c:v>8.86</c:v>
              </c:pt>
              <c:pt idx="444">
                <c:v>8.88</c:v>
              </c:pt>
              <c:pt idx="445">
                <c:v>8.9</c:v>
              </c:pt>
              <c:pt idx="446">
                <c:v>8.92</c:v>
              </c:pt>
              <c:pt idx="447">
                <c:v>8.94</c:v>
              </c:pt>
              <c:pt idx="448">
                <c:v>8.96</c:v>
              </c:pt>
              <c:pt idx="449">
                <c:v>8.98</c:v>
              </c:pt>
              <c:pt idx="450">
                <c:v>9</c:v>
              </c:pt>
              <c:pt idx="451">
                <c:v>9.02</c:v>
              </c:pt>
              <c:pt idx="452">
                <c:v>9.040000000000001</c:v>
              </c:pt>
              <c:pt idx="453">
                <c:v>9.06</c:v>
              </c:pt>
              <c:pt idx="454">
                <c:v>9.08</c:v>
              </c:pt>
              <c:pt idx="455">
                <c:v>9.1</c:v>
              </c:pt>
              <c:pt idx="456">
                <c:v>9.120000000000001</c:v>
              </c:pt>
              <c:pt idx="457">
                <c:v>9.14</c:v>
              </c:pt>
              <c:pt idx="458">
                <c:v>9.16</c:v>
              </c:pt>
              <c:pt idx="459">
                <c:v>9.18</c:v>
              </c:pt>
              <c:pt idx="460">
                <c:v>9.200000000000001</c:v>
              </c:pt>
              <c:pt idx="461">
                <c:v>9.22</c:v>
              </c:pt>
              <c:pt idx="462">
                <c:v>9.24</c:v>
              </c:pt>
              <c:pt idx="463">
                <c:v>9.26</c:v>
              </c:pt>
              <c:pt idx="464">
                <c:v>9.28</c:v>
              </c:pt>
              <c:pt idx="465">
                <c:v>9.3</c:v>
              </c:pt>
              <c:pt idx="466">
                <c:v>9.32</c:v>
              </c:pt>
              <c:pt idx="467">
                <c:v>9.34</c:v>
              </c:pt>
              <c:pt idx="468">
                <c:v>9.36</c:v>
              </c:pt>
              <c:pt idx="469">
                <c:v>9.38</c:v>
              </c:pt>
              <c:pt idx="470">
                <c:v>9.4</c:v>
              </c:pt>
              <c:pt idx="471">
                <c:v>9.42</c:v>
              </c:pt>
              <c:pt idx="472">
                <c:v>9.44</c:v>
              </c:pt>
              <c:pt idx="473">
                <c:v>9.46</c:v>
              </c:pt>
              <c:pt idx="474">
                <c:v>9.48</c:v>
              </c:pt>
              <c:pt idx="475">
                <c:v>9.5</c:v>
              </c:pt>
              <c:pt idx="476">
                <c:v>9.52</c:v>
              </c:pt>
              <c:pt idx="477">
                <c:v>9.540000000000001</c:v>
              </c:pt>
              <c:pt idx="478">
                <c:v>9.56</c:v>
              </c:pt>
              <c:pt idx="479">
                <c:v>9.58</c:v>
              </c:pt>
              <c:pt idx="480">
                <c:v>9.6</c:v>
              </c:pt>
              <c:pt idx="481">
                <c:v>9.620000000000001</c:v>
              </c:pt>
              <c:pt idx="482">
                <c:v>9.64</c:v>
              </c:pt>
              <c:pt idx="483">
                <c:v>9.66</c:v>
              </c:pt>
              <c:pt idx="484">
                <c:v>9.68</c:v>
              </c:pt>
              <c:pt idx="485">
                <c:v>9.700000000000001</c:v>
              </c:pt>
              <c:pt idx="486">
                <c:v>9.72</c:v>
              </c:pt>
              <c:pt idx="487">
                <c:v>9.74</c:v>
              </c:pt>
              <c:pt idx="488">
                <c:v>9.76</c:v>
              </c:pt>
              <c:pt idx="489">
                <c:v>9.78</c:v>
              </c:pt>
              <c:pt idx="490">
                <c:v>9.8</c:v>
              </c:pt>
              <c:pt idx="491">
                <c:v>9.82</c:v>
              </c:pt>
              <c:pt idx="492">
                <c:v>9.84</c:v>
              </c:pt>
              <c:pt idx="493">
                <c:v>9.86</c:v>
              </c:pt>
              <c:pt idx="494">
                <c:v>9.88</c:v>
              </c:pt>
              <c:pt idx="495">
                <c:v>9.9</c:v>
              </c:pt>
              <c:pt idx="496">
                <c:v>9.92</c:v>
              </c:pt>
              <c:pt idx="497">
                <c:v>9.94</c:v>
              </c:pt>
              <c:pt idx="498">
                <c:v>9.96</c:v>
              </c:pt>
              <c:pt idx="499">
                <c:v>9.98</c:v>
              </c:pt>
              <c:pt idx="500">
                <c:v>10</c:v>
              </c:pt>
            </c:numLit>
          </c:xVal>
          <c:yVal>
            <c:numLit>
              <c:formatCode>0</c:formatCode>
              <c:ptCount val="501"/>
              <c:pt idx="0">
                <c:v>22.000000000000302</c:v>
              </c:pt>
              <c:pt idx="1">
                <c:v>13.095767375124783</c:v>
              </c:pt>
              <c:pt idx="2">
                <c:v>5.127069282565124</c:v>
              </c:pt>
              <c:pt idx="3">
                <c:v>-1.9649917785390016</c:v>
              </c:pt>
              <c:pt idx="4">
                <c:v>-8.236647297091231</c:v>
              </c:pt>
              <c:pt idx="5">
                <c:v>-13.741553595108876</c:v>
              </c:pt>
              <c:pt idx="6">
                <c:v>-18.530880329655773</c:v>
              </c:pt>
              <c:pt idx="7">
                <c:v>-22.653396696491818</c:v>
              </c:pt>
              <c:pt idx="8">
                <c:v>-26.155555379594865</c:v>
              </c:pt>
              <c:pt idx="9">
                <c:v>-29.08157429022456</c:v>
              </c:pt>
              <c:pt idx="10">
                <c:v>-31.47351613850241</c:v>
              </c:pt>
              <c:pt idx="11">
                <c:v>-33.371365879955455</c:v>
              </c:pt>
              <c:pt idx="12">
                <c:v>-34.81310607887209</c:v>
              </c:pt>
              <c:pt idx="13">
                <c:v>-35.834790229724184</c:v>
              </c:pt>
              <c:pt idx="14">
                <c:v>-36.470614077362434</c:v>
              </c:pt>
              <c:pt idx="15">
                <c:v>-36.75298497610324</c:v>
              </c:pt>
              <c:pt idx="16">
                <c:v>-36.71258932726767</c:v>
              </c:pt>
              <c:pt idx="17">
                <c:v>-36.37845813418446</c:v>
              </c:pt>
              <c:pt idx="18">
                <c:v>-35.77803071309359</c:v>
              </c:pt>
              <c:pt idx="19">
                <c:v>-34.93721659787088</c:v>
              </c:pt>
              <c:pt idx="20">
                <c:v>-33.88045567591124</c:v>
              </c:pt>
              <c:pt idx="21">
                <c:v>-32.63077659200406</c:v>
              </c:pt>
              <c:pt idx="22">
                <c:v>-31.20985345648223</c:v>
              </c:pt>
              <c:pt idx="23">
                <c:v>-29.63806089340175</c:v>
              </c:pt>
              <c:pt idx="24">
                <c:v>-27.93452746397778</c:v>
              </c:pt>
              <c:pt idx="25">
                <c:v>-26.117187500005862</c:v>
              </c:pt>
              <c:pt idx="26">
                <c:v>-24.202831381450984</c:v>
              </c:pt>
              <c:pt idx="27">
                <c:v>-22.20715429189915</c:v>
              </c:pt>
              <c:pt idx="28">
                <c:v>-20.144803485062262</c:v>
              </c:pt>
              <c:pt idx="29">
                <c:v>-18.029424095007165</c:v>
              </c:pt>
              <c:pt idx="30">
                <c:v>-15.873703522308901</c:v>
              </c:pt>
              <c:pt idx="31">
                <c:v>-13.689414427815798</c:v>
              </c:pt>
              <c:pt idx="32">
                <c:v>-11.48745636524557</c:v>
              </c:pt>
              <c:pt idx="33">
                <c:v>-9.277896083335605</c:v>
              </c:pt>
              <c:pt idx="34">
                <c:v>-7.070006527803521</c:v>
              </c:pt>
              <c:pt idx="35">
                <c:v>-4.872304572899893</c:v>
              </c:pt>
              <c:pt idx="36">
                <c:v>-2.69258751185356</c:v>
              </c:pt>
              <c:pt idx="37">
                <c:v>-0.5379683350845923</c:v>
              </c:pt>
              <c:pt idx="38">
                <c:v>1.5850901754579354</c:v>
              </c:pt>
              <c:pt idx="39">
                <c:v>3.6707425078699956</c:v>
              </c:pt>
              <c:pt idx="40">
                <c:v>5.713728610301587</c:v>
              </c:pt>
              <c:pt idx="41">
                <c:v>7.709343182364073</c:v>
              </c:pt>
              <c:pt idx="42">
                <c:v>9.653406041321738</c:v>
              </c:pt>
              <c:pt idx="43">
                <c:v>11.542233536919781</c:v>
              </c:pt>
              <c:pt idx="44">
                <c:v>13.372610989096948</c:v>
              </c:pt>
              <c:pt idx="45">
                <c:v>15.141766123295174</c:v>
              </c:pt>
              <c:pt idx="46">
                <c:v>16.847343478468833</c:v>
              </c:pt>
              <c:pt idx="47">
                <c:v>18.487379763342194</c:v>
              </c:pt>
              <c:pt idx="48">
                <c:v>20.06028013685619</c:v>
              </c:pt>
              <c:pt idx="49">
                <c:v>21.564795389174023</c:v>
              </c:pt>
              <c:pt idx="50">
                <c:v>23.000000000000103</c:v>
              </c:pt>
              <c:pt idx="51">
                <c:v>24.365271051396988</c:v>
              </c:pt>
              <c:pt idx="52">
                <c:v>25.660267972650438</c:v>
              </c:pt>
              <c:pt idx="53">
                <c:v>26.884913095149653</c:v>
              </c:pt>
              <c:pt idx="54">
                <c:v>28.039372995628725</c:v>
              </c:pt>
              <c:pt idx="55">
                <c:v>29.124040606497147</c:v>
              </c:pt>
              <c:pt idx="56">
                <c:v>30.13951807237921</c:v>
              </c:pt>
              <c:pt idx="57">
                <c:v>31.086600332344503</c:v>
              </c:pt>
              <c:pt idx="58">
                <c:v>31.966259407694295</c:v>
              </c:pt>
              <c:pt idx="59">
                <c:v>32.7796293755306</c:v>
              </c:pt>
              <c:pt idx="60">
                <c:v>33.527992008705596</c:v>
              </c:pt>
              <c:pt idx="61">
                <c:v>34.212763063098464</c:v>
              </c:pt>
              <c:pt idx="62">
                <c:v>34.83547919353478</c:v>
              </c:pt>
              <c:pt idx="63">
                <c:v>35.39778548000692</c:v>
              </c:pt>
              <c:pt idx="64">
                <c:v>35.90142354620368</c:v>
              </c:pt>
              <c:pt idx="65">
                <c:v>36.3482202527062</c:v>
              </c:pt>
              <c:pt idx="66">
                <c:v>36.740076947538576</c:v>
              </c:pt>
              <c:pt idx="67">
                <c:v>37.07895925710689</c:v>
              </c:pt>
              <c:pt idx="68">
                <c:v>37.36688740088444</c:v>
              </c:pt>
              <c:pt idx="69">
                <c:v>37.605927013537006</c:v>
              </c:pt>
              <c:pt idx="70">
                <c:v>37.79818045849855</c:v>
              </c:pt>
              <c:pt idx="71">
                <c:v>37.9457786173339</c:v>
              </c:pt>
              <c:pt idx="72">
                <c:v>38.0508731395414</c:v>
              </c:pt>
              <c:pt idx="73">
                <c:v>38.11562913775808</c:v>
              </c:pt>
              <c:pt idx="74">
                <c:v>38.14221831364038</c:v>
              </c:pt>
              <c:pt idx="75">
                <c:v>38.13281250000259</c:v>
              </c:pt>
              <c:pt idx="76">
                <c:v>38.08957760509171</c:v>
              </c:pt>
              <c:pt idx="77">
                <c:v>38.01466794517735</c:v>
              </c:pt>
              <c:pt idx="78">
                <c:v>37.91022095192908</c:v>
              </c:pt>
              <c:pt idx="79">
                <c:v>37.77835224134799</c:v>
              </c:pt>
              <c:pt idx="80">
                <c:v>37.62115103129862</c:v>
              </c:pt>
              <c:pt idx="81">
                <c:v>37.44067589497694</c:v>
              </c:pt>
              <c:pt idx="82">
                <c:v>37.238950837927916</c:v>
              </c:pt>
              <c:pt idx="83">
                <c:v>37.01796168650172</c:v>
              </c:pt>
              <c:pt idx="84">
                <c:v>36.7796527759085</c:v>
              </c:pt>
              <c:pt idx="85">
                <c:v>36.52592392630645</c:v>
              </c:pt>
              <c:pt idx="86">
                <c:v>36.25862769561427</c:v>
              </c:pt>
              <c:pt idx="87">
                <c:v>35.979566898010056</c:v>
              </c:pt>
              <c:pt idx="88">
                <c:v>35.69049237733019</c:v>
              </c:pt>
              <c:pt idx="89">
                <c:v>35.39310102484148</c:v>
              </c:pt>
              <c:pt idx="90">
                <c:v>35.08903403110625</c:v>
              </c:pt>
              <c:pt idx="91">
                <c:v>34.77987536191524</c:v>
              </c:pt>
              <c:pt idx="92">
                <c:v>34.46715044849922</c:v>
              </c:pt>
              <c:pt idx="93">
                <c:v>34.15232508247842</c:v>
              </c:pt>
              <c:pt idx="94">
                <c:v>33.83680450624383</c:v>
              </c:pt>
              <c:pt idx="95">
                <c:v>33.52193268969796</c:v>
              </c:pt>
              <c:pt idx="96">
                <c:v>33.20899178451687</c:v>
              </c:pt>
              <c:pt idx="97">
                <c:v>32.89920174731945</c:v>
              </c:pt>
              <c:pt idx="98">
                <c:v>32.593720123358324</c:v>
              </c:pt>
              <c:pt idx="99">
                <c:v>32.29364198256499</c:v>
              </c:pt>
              <c:pt idx="100">
                <c:v>32.00000000000164</c:v>
              </c:pt>
              <c:pt idx="101">
                <c:v>31.713764672986574</c:v>
              </c:pt>
              <c:pt idx="102">
                <c:v>31.435844667371107</c:v>
              </c:pt>
              <c:pt idx="103">
                <c:v>31.167087285656656</c:v>
              </c:pt>
              <c:pt idx="104">
                <c:v>30.9082790498419</c:v>
              </c:pt>
              <c:pt idx="105">
                <c:v>30.660146392097403</c:v>
              </c:pt>
              <c:pt idx="106">
                <c:v>30.42335644655872</c:v>
              </c:pt>
              <c:pt idx="107">
                <c:v>30.19851793573051</c:v>
              </c:pt>
              <c:pt idx="108">
                <c:v>29.98618214518154</c:v>
              </c:pt>
              <c:pt idx="109">
                <c:v>29.786843980405422</c:v>
              </c:pt>
              <c:pt idx="110">
                <c:v>29.600943099905027</c:v>
              </c:pt>
              <c:pt idx="111">
                <c:v>29.428865118744852</c:v>
              </c:pt>
              <c:pt idx="112">
                <c:v>29.27094287699451</c:v>
              </c:pt>
              <c:pt idx="113">
                <c:v>29.127457767666222</c:v>
              </c:pt>
              <c:pt idx="114">
                <c:v>28.99864111892272</c:v>
              </c:pt>
              <c:pt idx="115">
                <c:v>28.884675625504737</c:v>
              </c:pt>
              <c:pt idx="116">
                <c:v>28.785696824496068</c:v>
              </c:pt>
              <c:pt idx="117">
                <c:v>28.70179461071097</c:v>
              </c:pt>
              <c:pt idx="118">
                <c:v>28.6330147871506</c:v>
              </c:pt>
              <c:pt idx="119">
                <c:v>28.57936064613801</c:v>
              </c:pt>
              <c:pt idx="120">
                <c:v>28.540794576896438</c:v>
              </c:pt>
              <c:pt idx="121">
                <c:v>28.517239695492528</c:v>
              </c:pt>
              <c:pt idx="122">
                <c:v>28.508581493217115</c:v>
              </c:pt>
              <c:pt idx="123">
                <c:v>28.514669499625732</c:v>
              </c:pt>
              <c:pt idx="124">
                <c:v>28.535318956608236</c:v>
              </c:pt>
              <c:pt idx="125">
                <c:v>28.570312500000163</c:v>
              </c:pt>
              <c:pt idx="126">
                <c:v>28.619401845389735</c:v>
              </c:pt>
              <c:pt idx="127">
                <c:v>28.682309474913655</c:v>
              </c:pt>
              <c:pt idx="128">
                <c:v>28.758730321969708</c:v>
              </c:pt>
              <c:pt idx="129">
                <c:v>28.848333450908456</c:v>
              </c:pt>
              <c:pt idx="130">
                <c:v>28.950763728895907</c:v>
              </c:pt>
              <c:pt idx="131">
                <c:v>29.065643487268524</c:v>
              </c:pt>
              <c:pt idx="132">
                <c:v>29.192574169825377</c:v>
              </c:pt>
              <c:pt idx="133">
                <c:v>29.331137965627967</c:v>
              </c:pt>
              <c:pt idx="134">
                <c:v>29.480899423995425</c:v>
              </c:pt>
              <c:pt idx="135">
                <c:v>29.64140704950372</c:v>
              </c:pt>
              <c:pt idx="136">
                <c:v>29.812194874910844</c:v>
              </c:pt>
              <c:pt idx="137">
                <c:v>29.992784010043945</c:v>
              </c:pt>
              <c:pt idx="138">
                <c:v>30.182684164794516</c:v>
              </c:pt>
              <c:pt idx="139">
                <c:v>30.381395144475942</c:v>
              </c:pt>
              <c:pt idx="140">
                <c:v>30.588408315903546</c:v>
              </c:pt>
              <c:pt idx="141">
                <c:v>30.80320804266009</c:v>
              </c:pt>
              <c:pt idx="142">
                <c:v>31.02527308811151</c:v>
              </c:pt>
              <c:pt idx="143">
                <c:v>31.254077984835245</c:v>
              </c:pt>
              <c:pt idx="144">
                <c:v>31.489094369220794</c:v>
              </c:pt>
              <c:pt idx="145">
                <c:v>31.729792280095403</c:v>
              </c:pt>
              <c:pt idx="146">
                <c:v>31.975641420319846</c:v>
              </c:pt>
              <c:pt idx="147">
                <c:v>32.226112380388926</c:v>
              </c:pt>
              <c:pt idx="148">
                <c:v>32.48067782315799</c:v>
              </c:pt>
              <c:pt idx="149">
                <c:v>32.73881362890239</c:v>
              </c:pt>
              <c:pt idx="150">
                <c:v>32.99999999999929</c:v>
              </c:pt>
              <c:pt idx="151">
                <c:v>33.263722524601945</c:v>
              </c:pt>
              <c:pt idx="152">
                <c:v>33.529473198755326</c:v>
              </c:pt>
              <c:pt idx="153">
                <c:v>33.79675140647798</c:v>
              </c:pt>
              <c:pt idx="154">
                <c:v>34.065064857409475</c:v>
              </c:pt>
              <c:pt idx="155">
                <c:v>34.33393048169519</c:v>
              </c:pt>
              <c:pt idx="156">
                <c:v>34.60287528184999</c:v>
              </c:pt>
              <c:pt idx="157">
                <c:v>34.871437141410425</c:v>
              </c:pt>
              <c:pt idx="158">
                <c:v>35.139165590251636</c:v>
              </c:pt>
              <c:pt idx="159">
                <c:v>35.4056225265085</c:v>
              </c:pt>
              <c:pt idx="160">
                <c:v>35.67038289510313</c:v>
              </c:pt>
              <c:pt idx="161">
                <c:v>35.93303532294084</c:v>
              </c:pt>
              <c:pt idx="162">
                <c:v>36.19318271089476</c:v>
              </c:pt>
              <c:pt idx="163">
                <c:v>36.45044278275559</c:v>
              </c:pt>
              <c:pt idx="164">
                <c:v>36.70444859137746</c:v>
              </c:pt>
              <c:pt idx="165">
                <c:v>36.95484898230308</c:v>
              </c:pt>
              <c:pt idx="166">
                <c:v>37.20130901520238</c:v>
              </c:pt>
              <c:pt idx="167">
                <c:v>37.44351034350713</c:v>
              </c:pt>
              <c:pt idx="168">
                <c:v>37.68115155267153</c:v>
              </c:pt>
              <c:pt idx="169">
                <c:v>37.91394845753348</c:v>
              </c:pt>
              <c:pt idx="170">
                <c:v>38.14163435929504</c:v>
              </c:pt>
              <c:pt idx="171">
                <c:v>38.363960262681964</c:v>
              </c:pt>
              <c:pt idx="172">
                <c:v>38.58069505388223</c:v>
              </c:pt>
              <c:pt idx="173">
                <c:v>38.79162563990178</c:v>
              </c:pt>
              <c:pt idx="174">
                <c:v>38.99655705001207</c:v>
              </c:pt>
              <c:pt idx="175">
                <c:v>39.19531249999903</c:v>
              </c:pt>
              <c:pt idx="176">
                <c:v>39.3877334199561</c:v>
              </c:pt>
              <c:pt idx="177">
                <c:v>39.573679446395865</c:v>
              </c:pt>
              <c:pt idx="178">
                <c:v>39.75302837948443</c:v>
              </c:pt>
              <c:pt idx="179">
                <c:v>39.92567610623138</c:v>
              </c:pt>
              <c:pt idx="180">
                <c:v>40.09153649049502</c:v>
              </c:pt>
              <c:pt idx="181">
                <c:v>40.2505412306875</c:v>
              </c:pt>
              <c:pt idx="182">
                <c:v>40.40263968608889</c:v>
              </c:pt>
              <c:pt idx="183">
                <c:v>40.54779867270072</c:v>
              </c:pt>
              <c:pt idx="184">
                <c:v>40.686002229591246</c:v>
              </c:pt>
              <c:pt idx="185">
                <c:v>40.817251356703025</c:v>
              </c:pt>
              <c:pt idx="186">
                <c:v>40.94156372511223</c:v>
              </c:pt>
              <c:pt idx="187">
                <c:v>41.05897336074505</c:v>
              </c:pt>
              <c:pt idx="188">
                <c:v>41.16953030257169</c:v>
              </c:pt>
              <c:pt idx="189">
                <c:v>41.273300236312544</c:v>
              </c:pt>
              <c:pt idx="190">
                <c:v>41.370364104703036</c:v>
              </c:pt>
              <c:pt idx="191">
                <c:v>41.46081769537499</c:v>
              </c:pt>
              <c:pt idx="192">
                <c:v>41.54477120742197</c:v>
              </c:pt>
              <c:pt idx="193">
                <c:v>41.62234879772451</c:v>
              </c:pt>
              <c:pt idx="194">
                <c:v>41.69368810811844</c:v>
              </c:pt>
              <c:pt idx="195">
                <c:v>41.75893977449506</c:v>
              </c:pt>
              <c:pt idx="196">
                <c:v>41.81826691892727</c:v>
              </c:pt>
              <c:pt idx="197">
                <c:v>41.87184462591843</c:v>
              </c:pt>
              <c:pt idx="198">
                <c:v>41.919859403873815</c:v>
              </c:pt>
              <c:pt idx="199">
                <c:v>41.96250863289519</c:v>
              </c:pt>
              <c:pt idx="200">
                <c:v>41.999999999999105</c:v>
              </c:pt>
              <c:pt idx="201">
                <c:v>42.03255092285853</c:v>
              </c:pt>
              <c:pt idx="202">
                <c:v>42.06038796316516</c:v>
              </c:pt>
              <c:pt idx="203">
                <c:v>42.083746230706296</c:v>
              </c:pt>
              <c:pt idx="204">
                <c:v>42.10286877924606</c:v>
              </c:pt>
              <c:pt idx="205">
                <c:v>42.11800599529515</c:v>
              </c:pt>
              <c:pt idx="206">
                <c:v>42.12941498084695</c:v>
              </c:pt>
              <c:pt idx="207">
                <c:v>42.137358931150416</c:v>
              </c:pt>
              <c:pt idx="208">
                <c:v>42.14210650858181</c:v>
              </c:pt>
              <c:pt idx="209">
                <c:v>42.143931213667926</c:v>
              </c:pt>
              <c:pt idx="210">
                <c:v>42.143110754303216</c:v>
              </c:pt>
              <c:pt idx="211">
                <c:v>42.13992641419207</c:v>
              </c:pt>
              <c:pt idx="212">
                <c:v>42.13466242153536</c:v>
              </c:pt>
              <c:pt idx="213">
                <c:v>42.12760531896749</c:v>
              </c:pt>
              <c:pt idx="214">
                <c:v>42.11904333573623</c:v>
              </c:pt>
              <c:pt idx="215">
                <c:v>42.10926576310329</c:v>
              </c:pt>
              <c:pt idx="216">
                <c:v>42.09856233392777</c:v>
              </c:pt>
              <c:pt idx="217">
                <c:v>42.087222607378706</c:v>
              </c:pt>
              <c:pt idx="218">
                <c:v>42.075535359705825</c:v>
              </c:pt>
              <c:pt idx="219">
                <c:v>42.06378798197986</c:v>
              </c:pt>
              <c:pt idx="220">
                <c:v>42.05226588569538</c:v>
              </c:pt>
              <c:pt idx="221">
                <c:v>42.04125191710997</c:v>
              </c:pt>
              <c:pt idx="222">
                <c:v>42.03102578117354</c:v>
              </c:pt>
              <c:pt idx="223">
                <c:v>42.02186347588146</c:v>
              </c:pt>
              <c:pt idx="224">
                <c:v>42.01403673786351</c:v>
              </c:pt>
              <c:pt idx="225">
                <c:v>42.00781249999949</c:v>
              </c:pt>
              <c:pt idx="226">
                <c:v>42.00345236182941</c:v>
              </c:pt>
              <c:pt idx="227">
                <c:v>42.00121207350378</c:v>
              </c:pt>
              <c:pt idx="228">
                <c:v>42.00134103399549</c:v>
              </c:pt>
              <c:pt idx="229">
                <c:v>42.00408180427123</c:v>
              </c:pt>
              <c:pt idx="230">
                <c:v>42.0096696360956</c:v>
              </c:pt>
              <c:pt idx="231">
                <c:v>42.018332017116045</c:v>
              </c:pt>
              <c:pt idx="232">
                <c:v>42.030288232851284</c:v>
              </c:pt>
              <c:pt idx="233">
                <c:v>42.0457489461801</c:v>
              </c:pt>
              <c:pt idx="234">
                <c:v>42.06491579490061</c:v>
              </c:pt>
              <c:pt idx="235">
                <c:v>42.08798100790374</c:v>
              </c:pt>
              <c:pt idx="236">
                <c:v>42.11512704047722</c:v>
              </c:pt>
              <c:pt idx="237">
                <c:v>42.1465262292289</c:v>
              </c:pt>
              <c:pt idx="238">
                <c:v>42.18234046709031</c:v>
              </c:pt>
              <c:pt idx="239">
                <c:v>42.22272089883334</c:v>
              </c:pt>
              <c:pt idx="240">
                <c:v>42.267807637503886</c:v>
              </c:pt>
              <c:pt idx="241">
                <c:v>42.31772950214831</c:v>
              </c:pt>
              <c:pt idx="242">
                <c:v>42.372603777178625</c:v>
              </c:pt>
              <c:pt idx="243">
                <c:v>42.432535993693676</c:v>
              </c:pt>
              <c:pt idx="244">
                <c:v>42.49761973304369</c:v>
              </c:pt>
              <c:pt idx="245">
                <c:v>42.56793645289605</c:v>
              </c:pt>
              <c:pt idx="246">
                <c:v>42.64355533602997</c:v>
              </c:pt>
              <c:pt idx="247">
                <c:v>42.72453316205814</c:v>
              </c:pt>
              <c:pt idx="248">
                <c:v>42.8109142022426</c:v>
              </c:pt>
              <c:pt idx="249">
                <c:v>42.902730137542505</c:v>
              </c:pt>
              <c:pt idx="250">
                <c:v>43.00000000000022</c:v>
              </c:pt>
              <c:pt idx="251">
                <c:v>43.10273013754258</c:v>
              </c:pt>
              <c:pt idx="252">
                <c:v>43.21091420224274</c:v>
              </c:pt>
              <c:pt idx="253">
                <c:v>43.32453316205835</c:v>
              </c:pt>
              <c:pt idx="254">
                <c:v>43.44355533603025</c:v>
              </c:pt>
              <c:pt idx="255">
                <c:v>43.567936452896404</c:v>
              </c:pt>
              <c:pt idx="256">
                <c:v>43.697619733044114</c:v>
              </c:pt>
              <c:pt idx="257">
                <c:v>43.832535993694165</c:v>
              </c:pt>
              <c:pt idx="258">
                <c:v>43.97260377717919</c:v>
              </c:pt>
              <c:pt idx="259">
                <c:v>44.11772950214894</c:v>
              </c:pt>
              <c:pt idx="260">
                <c:v>44.26780763750458</c:v>
              </c:pt>
              <c:pt idx="261">
                <c:v>44.4227208988341</c:v>
              </c:pt>
              <c:pt idx="262">
                <c:v>44.58234046709115</c:v>
              </c:pt>
              <c:pt idx="263">
                <c:v>44.746526229229794</c:v>
              </c:pt>
              <c:pt idx="264">
                <c:v>44.91512704047818</c:v>
              </c:pt>
              <c:pt idx="265">
                <c:v>45.087981007904766</c:v>
              </c:pt>
              <c:pt idx="266">
                <c:v>45.2649157949017</c:v>
              </c:pt>
              <c:pt idx="267">
                <c:v>45.445748946181254</c:v>
              </c:pt>
              <c:pt idx="268">
                <c:v>45.6302882328525</c:v>
              </c:pt>
              <c:pt idx="269">
                <c:v>45.81833201711732</c:v>
              </c:pt>
              <c:pt idx="270">
                <c:v>46.009669636096945</c:v>
              </c:pt>
              <c:pt idx="271">
                <c:v>46.20408180427263</c:v>
              </c:pt>
              <c:pt idx="272">
                <c:v>46.40134103399695</c:v>
              </c:pt>
              <c:pt idx="273">
                <c:v>46.6012120735053</c:v>
              </c:pt>
              <c:pt idx="274">
                <c:v>46.803452361830985</c:v>
              </c:pt>
              <c:pt idx="275">
                <c:v>47.007812500001116</c:v>
              </c:pt>
              <c:pt idx="276">
                <c:v>47.21403673786519</c:v>
              </c:pt>
              <c:pt idx="277">
                <c:v>47.42186347588319</c:v>
              </c:pt>
              <c:pt idx="278">
                <c:v>47.631025781175325</c:v>
              </c:pt>
              <c:pt idx="279">
                <c:v>47.841251917111805</c:v>
              </c:pt>
              <c:pt idx="280">
                <c:v>48.05226588569727</c:v>
              </c:pt>
              <c:pt idx="281">
                <c:v>48.26378798198179</c:v>
              </c:pt>
              <c:pt idx="282">
                <c:v>48.47553535970779</c:v>
              </c:pt>
              <c:pt idx="283">
                <c:v>48.68722260738073</c:v>
              </c:pt>
              <c:pt idx="284">
                <c:v>48.898562333929824</c:v>
              </c:pt>
              <c:pt idx="285">
                <c:v>49.1092657631054</c:v>
              </c:pt>
              <c:pt idx="286">
                <c:v>49.319043335738364</c:v>
              </c:pt>
              <c:pt idx="287">
                <c:v>49.52760531896968</c:v>
              </c:pt>
              <c:pt idx="288">
                <c:v>49.73466242153757</c:v>
              </c:pt>
              <c:pt idx="289">
                <c:v>49.939926414194325</c:v>
              </c:pt>
              <c:pt idx="290">
                <c:v>50.14311075430549</c:v>
              </c:pt>
              <c:pt idx="291">
                <c:v>50.343931213670245</c:v>
              </c:pt>
              <c:pt idx="292">
                <c:v>50.54210650858415</c:v>
              </c:pt>
              <c:pt idx="293">
                <c:v>50.73735893115279</c:v>
              </c:pt>
              <c:pt idx="294">
                <c:v>50.92941498084934</c:v>
              </c:pt>
              <c:pt idx="295">
                <c:v>51.11800599529757</c:v>
              </c:pt>
              <c:pt idx="296">
                <c:v>51.30286877924849</c:v>
              </c:pt>
              <c:pt idx="297">
                <c:v>51.48374623070876</c:v>
              </c:pt>
              <c:pt idx="298">
                <c:v>51.66038796316763</c:v>
              </c:pt>
              <c:pt idx="299">
                <c:v>51.832550922861024</c:v>
              </c:pt>
              <c:pt idx="300">
                <c:v>52.000000000001606</c:v>
              </c:pt>
              <c:pt idx="301">
                <c:v>52.162508632897705</c:v>
              </c:pt>
              <c:pt idx="302">
                <c:v>52.319859403876336</c:v>
              </c:pt>
              <c:pt idx="303">
                <c:v>52.47184462592096</c:v>
              </c:pt>
              <c:pt idx="304">
                <c:v>52.618266918929805</c:v>
              </c:pt>
              <c:pt idx="305">
                <c:v>52.758939774497605</c:v>
              </c:pt>
              <c:pt idx="306">
                <c:v>52.893688108120976</c:v>
              </c:pt>
              <c:pt idx="307">
                <c:v>53.02234879772705</c:v>
              </c:pt>
              <c:pt idx="308">
                <c:v>53.1447712074245</c:v>
              </c:pt>
              <c:pt idx="309">
                <c:v>53.26081769537751</c:v>
              </c:pt>
              <c:pt idx="310">
                <c:v>53.37036410470556</c:v>
              </c:pt>
              <c:pt idx="311">
                <c:v>53.47330023631504</c:v>
              </c:pt>
              <c:pt idx="312">
                <c:v>53.56953030257418</c:v>
              </c:pt>
              <c:pt idx="313">
                <c:v>53.65897336074752</c:v>
              </c:pt>
              <c:pt idx="314">
                <c:v>53.74156372511469</c:v>
              </c:pt>
              <c:pt idx="315">
                <c:v>53.817251356705455</c:v>
              </c:pt>
              <c:pt idx="316">
                <c:v>53.886002229593664</c:v>
              </c:pt>
              <c:pt idx="317">
                <c:v>53.947798672703115</c:v>
              </c:pt>
              <c:pt idx="318">
                <c:v>54.00263968609125</c:v>
              </c:pt>
              <c:pt idx="319">
                <c:v>54.05054123068984</c:v>
              </c:pt>
              <c:pt idx="320">
                <c:v>54.09153649049732</c:v>
              </c:pt>
              <c:pt idx="321">
                <c:v>54.125676106233655</c:v>
              </c:pt>
              <c:pt idx="322">
                <c:v>54.153028379486656</c:v>
              </c:pt>
              <c:pt idx="323">
                <c:v>54.17367944639806</c:v>
              </c:pt>
              <c:pt idx="324">
                <c:v>54.18773341995825</c:v>
              </c:pt>
              <c:pt idx="325">
                <c:v>54.19531250000114</c:v>
              </c:pt>
              <c:pt idx="326">
                <c:v>54.196557050014135</c:v>
              </c:pt>
              <c:pt idx="327">
                <c:v>54.191625639903805</c:v>
              </c:pt>
              <c:pt idx="328">
                <c:v>54.18069505388421</c:v>
              </c:pt>
              <c:pt idx="329">
                <c:v>54.16396026268389</c:v>
              </c:pt>
              <c:pt idx="330">
                <c:v>54.141634359296916</c:v>
              </c:pt>
              <c:pt idx="331">
                <c:v>54.113948457535294</c:v>
              </c:pt>
              <c:pt idx="332">
                <c:v>54.08115155267328</c:v>
              </c:pt>
              <c:pt idx="333">
                <c:v>54.043510343508835</c:v>
              </c:pt>
              <c:pt idx="334">
                <c:v>54.001309015204015</c:v>
              </c:pt>
              <c:pt idx="335">
                <c:v>53.954848982304654</c:v>
              </c:pt>
              <c:pt idx="336">
                <c:v>53.904448591378966</c:v>
              </c:pt>
              <c:pt idx="337">
                <c:v>53.850442782757035</c:v>
              </c:pt>
              <c:pt idx="338">
                <c:v>53.79318271089613</c:v>
              </c:pt>
              <c:pt idx="339">
                <c:v>53.73303532294214</c:v>
              </c:pt>
              <c:pt idx="340">
                <c:v>53.67038289510436</c:v>
              </c:pt>
              <c:pt idx="341">
                <c:v>53.60562252650965</c:v>
              </c:pt>
              <c:pt idx="342">
                <c:v>53.539165590252715</c:v>
              </c:pt>
              <c:pt idx="343">
                <c:v>53.47143714141142</c:v>
              </c:pt>
              <c:pt idx="344">
                <c:v>53.4028752818509</c:v>
              </c:pt>
              <c:pt idx="345">
                <c:v>53.333930481696044</c:v>
              </c:pt>
              <c:pt idx="346">
                <c:v>53.26506485741023</c:v>
              </c:pt>
              <c:pt idx="347">
                <c:v>53.196751406478654</c:v>
              </c:pt>
              <c:pt idx="348">
                <c:v>53.129473198755925</c:v>
              </c:pt>
              <c:pt idx="349">
                <c:v>53.06372252460244</c:v>
              </c:pt>
              <c:pt idx="350">
                <c:v>52.9999999999997</c:v>
              </c:pt>
              <c:pt idx="351">
                <c:v>52.93881362890273</c:v>
              </c:pt>
              <c:pt idx="352">
                <c:v>52.88067782315824</c:v>
              </c:pt>
              <c:pt idx="353">
                <c:v>52.82611238038908</c:v>
              </c:pt>
              <c:pt idx="354">
                <c:v>52.775641420319914</c:v>
              </c:pt>
              <c:pt idx="355">
                <c:v>52.72979228009537</c:v>
              </c:pt>
              <c:pt idx="356">
                <c:v>52.68909436922068</c:v>
              </c:pt>
              <c:pt idx="357">
                <c:v>52.65407798483502</c:v>
              </c:pt>
              <c:pt idx="358">
                <c:v>52.6252730881112</c:v>
              </c:pt>
              <c:pt idx="359">
                <c:v>52.60320804265968</c:v>
              </c:pt>
              <c:pt idx="360">
                <c:v>52.58840831590303</c:v>
              </c:pt>
              <c:pt idx="361">
                <c:v>52.58139514447534</c:v>
              </c:pt>
              <c:pt idx="362">
                <c:v>52.582684164793804</c:v>
              </c:pt>
              <c:pt idx="363">
                <c:v>52.59278401004313</c:v>
              </c:pt>
              <c:pt idx="364">
                <c:v>52.61219487490995</c:v>
              </c:pt>
              <c:pt idx="365">
                <c:v>52.64140704950272</c:v>
              </c:pt>
              <c:pt idx="366">
                <c:v>52.68089942399434</c:v>
              </c:pt>
              <c:pt idx="367">
                <c:v>52.73113796562677</c:v>
              </c:pt>
              <c:pt idx="368">
                <c:v>52.79257416982408</c:v>
              </c:pt>
              <c:pt idx="369">
                <c:v>52.86564348726711</c:v>
              </c:pt>
              <c:pt idx="370">
                <c:v>52.95076372889443</c:v>
              </c:pt>
              <c:pt idx="371">
                <c:v>53.048333450906846</c:v>
              </c:pt>
              <c:pt idx="372">
                <c:v>53.15873032196804</c:v>
              </c:pt>
              <c:pt idx="373">
                <c:v>53.28230947491186</c:v>
              </c:pt>
              <c:pt idx="374">
                <c:v>53.41940184538786</c:v>
              </c:pt>
              <c:pt idx="375">
                <c:v>53.57031249999819</c:v>
              </c:pt>
              <c:pt idx="376">
                <c:v>53.73531895660618</c:v>
              </c:pt>
              <c:pt idx="377">
                <c:v>53.914669499623585</c:v>
              </c:pt>
              <c:pt idx="378">
                <c:v>54.10858149321487</c:v>
              </c:pt>
              <c:pt idx="379">
                <c:v>54.317239695490194</c:v>
              </c:pt>
              <c:pt idx="380">
                <c:v>54.540794576894</c:v>
              </c:pt>
              <c:pt idx="381">
                <c:v>54.779360646135466</c:v>
              </c:pt>
              <c:pt idx="382">
                <c:v>55.033014787148005</c:v>
              </c:pt>
              <c:pt idx="383">
                <c:v>55.30179461070824</c:v>
              </c:pt>
              <c:pt idx="384">
                <c:v>55.58569682449329</c:v>
              </c:pt>
              <c:pt idx="385">
                <c:v>55.88467562550184</c:v>
              </c:pt>
              <c:pt idx="386">
                <c:v>56.19864111891977</c:v>
              </c:pt>
              <c:pt idx="387">
                <c:v>56.52745776766321</c:v>
              </c:pt>
              <c:pt idx="388">
                <c:v>56.87094287699141</c:v>
              </c:pt>
              <c:pt idx="389">
                <c:v>57.228865118741666</c:v>
              </c:pt>
              <c:pt idx="390">
                <c:v>57.60094309990179</c:v>
              </c:pt>
              <c:pt idx="391">
                <c:v>57.98684398040208</c:v>
              </c:pt>
              <c:pt idx="392">
                <c:v>58.38618214517817</c:v>
              </c:pt>
              <c:pt idx="393">
                <c:v>58.79851793572704</c:v>
              </c:pt>
              <c:pt idx="394">
                <c:v>59.22335644655521</c:v>
              </c:pt>
              <c:pt idx="395">
                <c:v>59.66014639209376</c:v>
              </c:pt>
              <c:pt idx="396">
                <c:v>60.10827904983829</c:v>
              </c:pt>
              <c:pt idx="397">
                <c:v>60.56708728565294</c:v>
              </c:pt>
              <c:pt idx="398">
                <c:v>61.035844667367414</c:v>
              </c:pt>
              <c:pt idx="399">
                <c:v>61.513764672982816</c:v>
              </c:pt>
              <c:pt idx="400">
                <c:v>61.999999999997854</c:v>
              </c:pt>
              <c:pt idx="401">
                <c:v>62.49364198256113</c:v>
              </c:pt>
              <c:pt idx="402">
                <c:v>62.99372012335443</c:v>
              </c:pt>
              <c:pt idx="403">
                <c:v>63.49920174731544</c:v>
              </c:pt>
              <c:pt idx="404">
                <c:v>64.0089917845129</c:v>
              </c:pt>
              <c:pt idx="405">
                <c:v>64.52193268969398</c:v>
              </c:pt>
              <c:pt idx="406">
                <c:v>65.03680450623983</c:v>
              </c:pt>
              <c:pt idx="407">
                <c:v>65.55232508247441</c:v>
              </c:pt>
              <c:pt idx="408">
                <c:v>66.06715044849517</c:v>
              </c:pt>
              <c:pt idx="409">
                <c:v>66.5798753619112</c:v>
              </c:pt>
              <c:pt idx="410">
                <c:v>67.08903403110216</c:v>
              </c:pt>
              <c:pt idx="411">
                <c:v>67.59310102483741</c:v>
              </c:pt>
              <c:pt idx="412">
                <c:v>68.09049237732616</c:v>
              </c:pt>
              <c:pt idx="413">
                <c:v>68.57956689800602</c:v>
              </c:pt>
              <c:pt idx="414">
                <c:v>69.05862769561024</c:v>
              </c:pt>
              <c:pt idx="415">
                <c:v>69.52592392630248</c:v>
              </c:pt>
              <c:pt idx="416">
                <c:v>69.9796527759045</c:v>
              </c:pt>
              <c:pt idx="417">
                <c:v>70.41796168649779</c:v>
              </c:pt>
              <c:pt idx="418">
                <c:v>70.83895083792405</c:v>
              </c:pt>
              <c:pt idx="419">
                <c:v>71.24067589497304</c:v>
              </c:pt>
              <c:pt idx="420">
                <c:v>71.62115103129466</c:v>
              </c:pt>
              <c:pt idx="421">
                <c:v>71.97835224134425</c:v>
              </c:pt>
              <c:pt idx="422">
                <c:v>72.31022095192529</c:v>
              </c:pt>
              <c:pt idx="423">
                <c:v>72.61466794517348</c:v>
              </c:pt>
              <c:pt idx="424">
                <c:v>72.88957760508809</c:v>
              </c:pt>
              <c:pt idx="425">
                <c:v>73.13281249999909</c:v>
              </c:pt>
              <c:pt idx="426">
                <c:v>73.34221831363683</c:v>
              </c:pt>
              <c:pt idx="427">
                <c:v>73.5156291377547</c:v>
              </c:pt>
              <c:pt idx="428">
                <c:v>73.65087313953813</c:v>
              </c:pt>
              <c:pt idx="429">
                <c:v>73.74577861733056</c:v>
              </c:pt>
              <c:pt idx="430">
                <c:v>73.79818045849522</c:v>
              </c:pt>
              <c:pt idx="431">
                <c:v>73.80592701353402</c:v>
              </c:pt>
              <c:pt idx="432">
                <c:v>73.76688740088139</c:v>
              </c:pt>
              <c:pt idx="433">
                <c:v>73.67895925710388</c:v>
              </c:pt>
              <c:pt idx="434">
                <c:v>73.54007694753594</c:v>
              </c:pt>
              <c:pt idx="435">
                <c:v>73.34822025270347</c:v>
              </c:pt>
              <c:pt idx="436">
                <c:v>73.1014235462012</c:v>
              </c:pt>
              <c:pt idx="437">
                <c:v>72.79778548000442</c:v>
              </c:pt>
              <c:pt idx="438">
                <c:v>72.43547919353263</c:v>
              </c:pt>
              <c:pt idx="439">
                <c:v>72.01276306309643</c:v>
              </c:pt>
              <c:pt idx="440">
                <c:v>71.52799200870376</c:v>
              </c:pt>
              <c:pt idx="441">
                <c:v>70.97962937552894</c:v>
              </c:pt>
              <c:pt idx="442">
                <c:v>70.36625940769277</c:v>
              </c:pt>
              <c:pt idx="443">
                <c:v>69.68660033234323</c:v>
              </c:pt>
              <c:pt idx="444">
                <c:v>68.93951807237762</c:v>
              </c:pt>
              <c:pt idx="445">
                <c:v>68.12404060649581</c:v>
              </c:pt>
              <c:pt idx="446">
                <c:v>67.23937299562763</c:v>
              </c:pt>
              <c:pt idx="447">
                <c:v>66.28491309514892</c:v>
              </c:pt>
              <c:pt idx="448">
                <c:v>65.26026797264967</c:v>
              </c:pt>
              <c:pt idx="449">
                <c:v>64.16527105139636</c:v>
              </c:pt>
              <c:pt idx="450">
                <c:v>62.99999999999981</c:v>
              </c:pt>
              <c:pt idx="451">
                <c:v>61.76479538917397</c:v>
              </c:pt>
              <c:pt idx="452">
                <c:v>60.4602801368565</c:v>
              </c:pt>
              <c:pt idx="453">
                <c:v>59.08737976334213</c:v>
              </c:pt>
              <c:pt idx="454">
                <c:v>57.647343478469075</c:v>
              </c:pt>
              <c:pt idx="455">
                <c:v>56.14176612329557</c:v>
              </c:pt>
              <c:pt idx="456">
                <c:v>54.57261098909765</c:v>
              </c:pt>
              <c:pt idx="457">
                <c:v>52.94223353692024</c:v>
              </c:pt>
              <c:pt idx="458">
                <c:v>51.25340604132286</c:v>
              </c:pt>
              <c:pt idx="459">
                <c:v>49.50934318236537</c:v>
              </c:pt>
              <c:pt idx="460">
                <c:v>47.71372861030278</c:v>
              </c:pt>
              <c:pt idx="461">
                <c:v>45.87074250787128</c:v>
              </c:pt>
              <c:pt idx="462">
                <c:v>43.98509017545973</c:v>
              </c:pt>
              <c:pt idx="463">
                <c:v>42.06203166491704</c:v>
              </c:pt>
              <c:pt idx="464">
                <c:v>40.10741248814851</c:v>
              </c:pt>
              <c:pt idx="465">
                <c:v>38.127695427102594</c:v>
              </c:pt>
              <c:pt idx="466">
                <c:v>36.12999347219804</c:v>
              </c:pt>
              <c:pt idx="467">
                <c:v>34.122103916666816</c:v>
              </c:pt>
              <c:pt idx="468">
                <c:v>32.11254363475705</c:v>
              </c:pt>
              <c:pt idx="469">
                <c:v>30.110585572187134</c:v>
              </c:pt>
              <c:pt idx="470">
                <c:v>28.126296477694446</c:v>
              </c:pt>
              <c:pt idx="471">
                <c:v>26.170575904996287</c:v>
              </c:pt>
              <c:pt idx="472">
                <c:v>24.255196514941716</c:v>
              </c:pt>
              <c:pt idx="473">
                <c:v>22.39284570810402</c:v>
              </c:pt>
              <c:pt idx="474">
                <c:v>20.597168618552725</c:v>
              </c:pt>
              <c:pt idx="475">
                <c:v>18.882812499996806</c:v>
              </c:pt>
              <c:pt idx="476">
                <c:v>17.265472536025452</c:v>
              </c:pt>
              <c:pt idx="477">
                <c:v>15.761939106601982</c:v>
              </c:pt>
              <c:pt idx="478">
                <c:v>14.390146543520974</c:v>
              </c:pt>
              <c:pt idx="479">
                <c:v>13.169223407999965</c:v>
              </c:pt>
              <c:pt idx="480">
                <c:v>12.119544324092466</c:v>
              </c:pt>
              <c:pt idx="481">
                <c:v>11.262783402133078</c:v>
              </c:pt>
              <c:pt idx="482">
                <c:v>10.621969286910371</c:v>
              </c:pt>
              <c:pt idx="483">
                <c:v>10.221541865819063</c:v>
              </c:pt>
              <c:pt idx="484">
                <c:v>10.087410672735956</c:v>
              </c:pt>
              <c:pt idx="485">
                <c:v>10.247015023900659</c:v>
              </c:pt>
              <c:pt idx="486">
                <c:v>10.729385922640276</c:v>
              </c:pt>
              <c:pt idx="487">
                <c:v>11.565209770279782</c:v>
              </c:pt>
              <c:pt idx="488">
                <c:v>12.78689392113085</c:v>
              </c:pt>
              <c:pt idx="489">
                <c:v>14.42863412004743</c:v>
              </c:pt>
              <c:pt idx="490">
                <c:v>16.526483861500324</c:v>
              </c:pt>
              <c:pt idx="491">
                <c:v>19.11842570977691</c:v>
              </c:pt>
              <c:pt idx="492">
                <c:v>22.244444620407045</c:v>
              </c:pt>
              <c:pt idx="493">
                <c:v>25.946603303509846</c:v>
              </c:pt>
              <c:pt idx="494">
                <c:v>30.269119670345056</c:v>
              </c:pt>
              <c:pt idx="495">
                <c:v>35.25844640489354</c:v>
              </c:pt>
              <c:pt idx="496">
                <c:v>40.96335270290844</c:v>
              </c:pt>
              <c:pt idx="497">
                <c:v>47.43500822146099</c:v>
              </c:pt>
              <c:pt idx="498">
                <c:v>54.727069282565324</c:v>
              </c:pt>
              <c:pt idx="499">
                <c:v>62.895767375123995</c:v>
              </c:pt>
              <c:pt idx="500">
                <c:v>71.99999999999832</c:v>
              </c:pt>
            </c:numLit>
          </c:yVal>
        </c:ser>
        <c:ser>
          <c:idx val="2"/>
          <c:order val="2"/>
          <c:tx>
            <c:v>Training data</c:v>
          </c:tx>
          <c:spPr>
            <a:solidFill xmlns:a="http://schemas.openxmlformats.org/drawingml/2006/main">
              <a:srgbClr val="086C61"/>
            </a:solidFill>
            <a:ln xmlns:a="http://schemas.openxmlformats.org/drawingml/2006/main" w="0">
              <a:noFill/>
            </a:ln>
          </c:spPr>
          <c:marker>
            <c:symbol val="circle"/>
            <c:size val="9"/>
          </c:marker>
          <c:xVal>
            <c:numLit>
              <c:formatCode>General</c:formatCode>
              <c:ptCount val="1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</c:numLit>
          </c:xVal>
          <c:yVal>
            <c:numLit>
              <c:formatCode>0</c:formatCode>
              <c:ptCount val="11"/>
              <c:pt idx="0">
                <c:v>22</c:v>
              </c:pt>
              <c:pt idx="1">
                <c:v>23</c:v>
              </c:pt>
              <c:pt idx="2">
                <c:v>32</c:v>
              </c:pt>
              <c:pt idx="3">
                <c:v>33</c:v>
              </c:pt>
              <c:pt idx="4">
                <c:v>42</c:v>
              </c:pt>
              <c:pt idx="5">
                <c:v>43</c:v>
              </c:pt>
              <c:pt idx="6">
                <c:v>52</c:v>
              </c:pt>
              <c:pt idx="7">
                <c:v>53</c:v>
              </c:pt>
              <c:pt idx="8">
                <c:v>62</c:v>
              </c:pt>
              <c:pt idx="9">
                <c:v>63</c:v>
              </c:pt>
              <c:pt idx="10">
                <c:v>72</c:v>
              </c:pt>
            </c:numLit>
          </c:yVal>
        </c:ser>
        <c:ser>
          <c:idx val="3"/>
          <c:order val="3"/>
          <c:tx>
            <c:v>New actual</c:v>
          </c:tx>
          <c:spPr>
            <a:solidFill xmlns:a="http://schemas.openxmlformats.org/drawingml/2006/main">
              <a:srgbClr val="6B51A3"/>
            </a:solidFill>
            <a:ln xmlns:a="http://schemas.openxmlformats.org/drawingml/2006/main" w="0">
              <a:noFill/>
            </a:ln>
          </c:spPr>
          <c:marker>
            <c:symbol val="diamond"/>
            <c:size val="14"/>
          </c:marker>
          <c:xVal>
            <c:numLit>
              <c:formatCode>General</c:formatCode>
              <c:ptCount val="1"/>
              <c:pt idx="0">
                <c:v>0.5</c:v>
              </c:pt>
            </c:numLit>
          </c:xVal>
          <c:yVal>
            <c:numLit>
              <c:formatCode>0</c:formatCode>
              <c:ptCount val="1"/>
              <c:pt idx="0">
                <c:v>22.5</c:v>
              </c:pt>
            </c:numLit>
          </c:yVal>
        </c:ser>
        <c:ser>
          <c:idx val="4"/>
          <c:order val="4"/>
          <c:tx>
            <c:v>Prediction</c:v>
          </c:tx>
          <c:spPr>
            <a:solidFill xmlns:a="http://schemas.openxmlformats.org/drawingml/2006/main">
              <a:srgbClr val="B65320"/>
            </a:solidFill>
            <a:ln xmlns:a="http://schemas.openxmlformats.org/drawingml/2006/main" w="0">
              <a:noFill/>
            </a:ln>
          </c:spPr>
          <c:marker>
            <c:symbol val="x"/>
            <c:size val="14"/>
          </c:marker>
          <c:xVal>
            <c:numLit>
              <c:formatCode>General</c:formatCode>
              <c:ptCount val="1"/>
              <c:pt idx="0">
                <c:v>0.5</c:v>
              </c:pt>
            </c:numLit>
          </c:xVal>
          <c:yVal>
            <c:numLit>
              <c:formatCode>0</c:formatCode>
              <c:ptCount val="1"/>
              <c:pt idx="0">
                <c:v>-26.117187500005862</c:v>
              </c:pt>
            </c:numLit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iti TC"/>
                  <a:ea typeface="Heiti TC"/>
                  <a:cs typeface="Heiti T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90"/>
          <c:min val="-5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8E4DF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650">
                    <a:solidFill>
                      <a:srgbClr val="173C43"/>
                    </a:solidFill>
                    <a:latin typeface="Heiti TC"/>
                    <a:ea typeface="Heiti TC"/>
                    <a:cs typeface="Heiti TC"/>
                  </a:rPr>
                  <a:t>x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C43"/>
                  </a:solidFill>
                  <a:latin typeface="Heiti TC"/>
                  <a:ea typeface="Heiti TC"/>
                  <a:cs typeface="Heiti T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526B7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8E4DF"/>
          </a:solidFill>
        </a:ln>
      </c:spPr>
    </c:plotArea>
    <c:plotVisOnly val="1"/>
  </c:chart>
  <c:spPr>
    <a:solidFill xmlns:a="http://schemas.openxmlformats.org/drawingml/2006/main">
      <a:srgbClr val="F5F7F4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28052-F585-48CA-AC06-698A3B4A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700" b="1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F2 AI 工作坊 2 / Workshop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E3EC7B-E416-4FB6-84EE-F8198794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6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6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 × Colab：數據與線性回歸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2BFE89-8C14-476F-87C1-FE30C2FE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 × Colab: data and linear regression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0E083-79AF-453F-BDC6-4CDD1CE3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探索數據、讀模型表、比較 R²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FECE0-D4AA-448C-8C33-3155C1EB7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Explore data, read a model table and compare R²</a:t>
            </a:r>
          </a:p>
        </p:txBody>
      </p:sp>
    </p:spTree>
    <p:extLst>
      <p:ext uri="{BB962C8B-B14F-4D97-AF65-F5344CB8AC3E}">
        <p14:creationId xmlns:p14="http://schemas.microsoft.com/office/powerpoint/2010/main" val="6315175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7A1D07-4C16-422D-9E5D-2AE34150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 和 Jupyter Notebook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7A732-309A-4EC9-8A18-9A28BA00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 and Jupyter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FFE8F-B36E-47DD-A5AC-13EAB298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C6D6E-7842-4532-B276-DAB1A0C9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Python：用程式給電腦指令，例如「畫出這些點」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9B12F-58C8-402B-B10F-9F04D197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Python: instructions such as “plot these dots”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334EEE-90FA-4D39-89D9-9F015DD1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Jupyter Notebook：把說明、程式格和結果放在一起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EC7A2-B09C-4C56-A2DE-9DA3C7C1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Jupyter Notebook: explanations, code cells and results together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56184B-6ACB-402B-9C44-29CE9AFA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今天只需按播放、看結果；不用背誦程式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417F2-F2AE-49E2-BA46-924048A3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Today: press play and inspect the result. No memorising code</a:t>
            </a:r>
          </a:p>
        </p:txBody>
      </p:sp>
    </p:spTree>
    <p:extLst>
      <p:ext uri="{BB962C8B-B14F-4D97-AF65-F5344CB8AC3E}">
        <p14:creationId xmlns:p14="http://schemas.microsoft.com/office/powerpoint/2010/main" val="18702416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44E7A-1727-43FF-BCE5-FBC1F20C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程式在哪裏跑？雲端運算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A18F7-B9C7-47D0-B8AA-CA4A974B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Where does code run? Cloud computing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CA706E-8249-48BC-BD85-D0A1FFF0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119794-E86F-4E02-B0A3-4EDA431FE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雲端運算：透過網絡，使用遠端電腦的運算能力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E1858-36B8-4421-BC0D-4B361117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Cloud computing: use a remote computer over the internet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BA0FB-33DC-47AF-BEB4-724435600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Colab：在瀏覽器開啟 Notebook，讓雲端電腦執行程式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1072B9-B425-47A2-BA5C-844F2789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Colab: open a notebook in a browser; run code on a cloud computer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1D4635-FE61-4CC2-8A59-766D304A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你的畫面顯示指令和結果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EE44B-32C7-4B57-B8CA-196530EB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Your screen shows instructions and results</a:t>
            </a:r>
          </a:p>
        </p:txBody>
      </p:sp>
    </p:spTree>
    <p:extLst>
      <p:ext uri="{BB962C8B-B14F-4D97-AF65-F5344CB8AC3E}">
        <p14:creationId xmlns:p14="http://schemas.microsoft.com/office/powerpoint/2010/main" val="14435430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DD8B3-E0D4-4F29-960D-7225EA9B8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借用工具箱：scikit-learn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5A74B2-C9C3-41E6-B769-B8418D24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Borrow a toolbox: scikit-learn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B3023-FC8B-47CC-9C0D-BC329F5E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608EB-7CC9-4D91-A245-70868492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函式庫：別人準備好的工具，讓我們重用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BCB39-408E-4702-9980-B8413A66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 library is a collection of tools we can reuse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B7439-4FAA-4B1C-8CDE-CBD949E8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scikit-learn（程式中叫 sklearn）提供 LinearRegression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B36B2-5178-4A81-9D2C-546AD3A7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scikit-learn, imported as sklearn, provides LinearRegression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18F00-D183-4942-8763-D73F2A27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fit：從數據找直線；predict：用直線作估計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A8E102-F0BB-44F4-A846-70C0F725F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fit: find the line. predict: use it for an estimate</a:t>
            </a:r>
          </a:p>
        </p:txBody>
      </p:sp>
    </p:spTree>
    <p:extLst>
      <p:ext uri="{BB962C8B-B14F-4D97-AF65-F5344CB8AC3E}">
        <p14:creationId xmlns:p14="http://schemas.microsoft.com/office/powerpoint/2010/main" val="19037592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63824D-BD89-470F-A51B-0E4AF56E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開啟你的數據實驗簿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F74671-BDC7-44B0-A32A-DC560B939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Open your data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AE65CF-9ED5-4BE0-937A-317ED857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D9EA2-B2FF-4965-A10F-1CF68984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開啟老師的 Colab 連結，儲存自己的副本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229748-3E01-476B-8B35-F0524416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Open the teacher’s Colab link and save your own copy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67B1B-72EC-4C78-9ED9-85D86BD8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三節、五個程式格：探索 → 建模 → A、B、C 比較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778540-75AB-4730-94F7-89AB8D8FC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Three sections, five code cells: explore → fit → compare A, B, 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E884A-F168-46D4-B022-73A5E236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按每格左邊的 ▶，等待結果；工作紙只記結果和觀察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20127F-7D96-4967-925A-2E055C2A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3872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Press ▶ and wait. Record results and observations on the worksheet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2A48B-1D85-420B-8C37-8286D726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000" b="0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0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086C61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labShortLink"/>
              </a:rPr>
              <a:t>Colab: tinyurl.com/26jdbxfb</a:t>
            </a:r>
          </a:p>
        </p:txBody>
      </p:sp>
    </p:spTree>
    <p:extLst>
      <p:ext uri="{BB962C8B-B14F-4D97-AF65-F5344CB8AC3E}">
        <p14:creationId xmlns:p14="http://schemas.microsoft.com/office/powerpoint/2010/main" val="15567999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F7687C-0B0A-4D7A-AD49-69D8E5C7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1 節：讓散點說話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08BA8-A483-412A-9980-F71315C4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1: let the dots tell their story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1AEA08-E121-4ADD-A9F6-FF471874E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3228CB5-56F7-4E12-AB31-729F06C71E96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6cfd136ff646c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CD16FE-D5AD-4A68-A829-9458F0AB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整體關係是怎樣？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5EB112-D069-45AF-8894-C7838CA1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What is the overall relationship?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14CDCB-4FDB-4755-AAC1-962E8C93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有例外嗎？找兩筆紀錄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EFC38-12A5-4E0A-9B37-986184F7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Any exceptions? Use two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812E36-134A-4934-BB3E-F62413DF6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將觀察記在工作紙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0AD16-ECF6-4C92-BE3B-0A211F6C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62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Record your observations</a:t>
            </a:r>
          </a:p>
        </p:txBody>
      </p:sp>
    </p:spTree>
    <p:extLst>
      <p:ext uri="{BB962C8B-B14F-4D97-AF65-F5344CB8AC3E}">
        <p14:creationId xmlns:p14="http://schemas.microsoft.com/office/powerpoint/2010/main" val="2964110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6AE2E-1824-48A6-B38A-785565B7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2 節：換一組學生數據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13BA5-E540-4E11-8DFC-E85B7591F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2: try a different dataset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9E0EA-AF8B-4F68-AC13-61DEC1E6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F0CEB376-1A2A-4A3A-9C19-5215B59E15E8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9e3a307ac834e44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71A093-7328-4B27-B6AE-677710EB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每點是一位模擬學生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E49474-7E29-49DD-AEE4-11D971AD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Each dot is a simulated student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16B19E-0BD5-4FE8-A259-F148CC75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242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點是否排成完美直線？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7D50B-7872-44C3-8BBD-5374AAB5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 the dots form a perfect line?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26A807-5A21-4E40-8AC5-8C14DA17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95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用一條線概括整體趨勢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62E65-5E2A-47FE-B459-76A54CFF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62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a line to summarise the trend</a:t>
            </a:r>
          </a:p>
        </p:txBody>
      </p:sp>
    </p:spTree>
    <p:extLst>
      <p:ext uri="{BB962C8B-B14F-4D97-AF65-F5344CB8AC3E}">
        <p14:creationId xmlns:p14="http://schemas.microsoft.com/office/powerpoint/2010/main" val="145663979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865E51-E3B1-4498-91AF-558BD9BD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一條直線，概括整體趨勢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0AC61-E15E-4E48-81DC-AA0407FA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One line summarises the overall trend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80173-6EE4-4094-A1A3-068D7A3A9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9A50EA10-0DFD-4BFA-8E0D-E436A255AD89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44a25f40f44c3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62F91-60CC-4384-A830-61AB68C9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429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y = mx + 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4F7BB8-6571-4253-84AB-049C893B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051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m：每多一小時的估計改變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969006-9233-4EBE-AC84-174B016E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718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m: estimated change per extra hour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1549D-1E73-446F-B9F1-1D60097D0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3387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c：0 小時的估計分數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BAD56-F8E9-42C9-A30F-82B4E369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006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c: estimated score at 0 hours</a:t>
            </a:r>
          </a:p>
        </p:txBody>
      </p:sp>
    </p:spTree>
    <p:extLst>
      <p:ext uri="{BB962C8B-B14F-4D97-AF65-F5344CB8AC3E}">
        <p14:creationId xmlns:p14="http://schemas.microsoft.com/office/powerpoint/2010/main" val="19258110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11A41C-B499-4181-908F-9A89F34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2 節：讀模型表，再找預測點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2CEAA-6D41-4376-9EF4-901E16D5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2: read the table and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2BF599-F697-42BC-A136-B7B7FEE5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77F7C516-8723-4941-BACB-24478302697D}"/>
              </a:ext>
            </a:extLst>
          </p:cNvPr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7048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7df420c53fb4a5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FFF79F-AAD3-4B38-8A27-E4E633A1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52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執行第 2 節，抄下模型表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2FC61-9FF2-4856-9098-312AD5AD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Run Section 2 and copy the 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E20AA-0327-4200-8410-43B09DCA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476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紫色點：每天 4.5 小時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FEF1D-6FE1-4DFF-AC82-BC71CFC9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43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Purple dot: 4.5 hours per day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858773-6992-4E1E-AFB3-79296B3A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000625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0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預測是估計，不是保證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08544E-3C1E-4BF1-927B-FE838EE4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4673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An estimate, not a guarantee</a:t>
            </a:r>
          </a:p>
        </p:txBody>
      </p:sp>
    </p:spTree>
    <p:extLst>
      <p:ext uri="{BB962C8B-B14F-4D97-AF65-F5344CB8AC3E}">
        <p14:creationId xmlns:p14="http://schemas.microsoft.com/office/powerpoint/2010/main" val="13964973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CD929B-5B84-4BC4-B2AC-411EE8D9D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哪條線更能概括自己的數據？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1E217-A77B-4372-BA08-657E2E539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Which line better summarises its data?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0BC377-9C62-4DB7-AD1E-E7AEA251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87006-4CD0-433D-B818-F9434F19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BA2371DB-A39E-47ED-B66E-D047C19E255F}"/>
              </a:ext>
            </a:extLst>
          </p:cNvPr>
          <p:cNvGraphicFramePr/>
          <p:nvPr/>
        </p:nvGraphicFramePr>
        <p:xfrm>
          <a:off xmlns:a="http://schemas.openxmlformats.org/drawingml/2006/main" x="609600" y="22860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d15da021734111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365D1-8691-4CBA-8E5C-01615ACA2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0C113A56-8B91-4C65-99D2-0D93AFB91DE8}"/>
              </a:ext>
            </a:extLst>
          </p:cNvPr>
          <p:cNvGraphicFramePr/>
          <p:nvPr/>
        </p:nvGraphicFramePr>
        <p:xfrm>
          <a:off xmlns:a="http://schemas.openxmlformats.org/drawingml/2006/main" x="6324600" y="2286000"/>
          <a:ext xmlns:a="http://schemas.openxmlformats.org/drawingml/2006/main" cx="51435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82afd75b274d9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7511C7-D584-4E19-B58C-B6D34FCB5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看看散點和直線 / Compare the dots with the line</a:t>
            </a:r>
          </a:p>
        </p:txBody>
      </p:sp>
    </p:spTree>
    <p:extLst>
      <p:ext uri="{BB962C8B-B14F-4D97-AF65-F5344CB8AC3E}">
        <p14:creationId xmlns:p14="http://schemas.microsoft.com/office/powerpoint/2010/main" val="14382420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8569DE-F5F2-4331-AB4E-03FEF687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R²：給「擬合程度」一個數字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582D3-18F2-42B4-9DA1-26393F6D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R²: a number describing the fit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6822D3-8BCA-493A-A07C-C9F9FE22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79D5A-E8FA-4829-8DE2-B1889C75D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差異：各個 y 值有高有低，例如學生的成績不同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4AEEE-78D7-4FDF-8A3F-FCA15557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Variation: the y-values differ, such as students’ scores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D1CF7-F624-4BC5-8587-12F07E56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668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9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0                         R²                        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C4256-FB51-45CF-BAB3-3CEC4CA8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接近 0：解釋較少差異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8CBB7-841D-446E-990A-6A12FBD9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Near 0: little variation explained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71A40-5C86-4095-9344-0690E9E1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048125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2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接近 1：解釋較多差異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55BA8-3A92-4187-B9FC-058DA7A7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148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Near 1: more variation explained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D1B32-CEAF-4B2B-B015-8BDDBEF5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在本課，R² 是在用來建立模型的數據上計算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FB360F-05A0-47B1-ADBE-4F84F2FA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Here, R² is measured on the data used to fit the line</a:t>
            </a:r>
          </a:p>
        </p:txBody>
      </p:sp>
    </p:spTree>
    <p:extLst>
      <p:ext uri="{BB962C8B-B14F-4D97-AF65-F5344CB8AC3E}">
        <p14:creationId xmlns:p14="http://schemas.microsoft.com/office/powerpoint/2010/main" val="146140253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3921A-5FBB-438D-BB27-5FB7AA40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模型表：今天聚焦 R²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FB416-D224-446F-84BC-024559AA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The model table: focus on R²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CDD4EB-CBEB-4CCD-8620-FE1F0AB2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A5C730-1D63-416F-8E22-C98688F929D8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4905375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47900"/>
                <a:gridCol w="2657475"/>
              </a:tblGrid>
              <a:tr h="7524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Value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n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m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2.00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c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0">
                          <a:solidFill>
                            <a:srgbClr val="526B70"/>
                          </a:solidFill>
                          <a:latin typeface="Arial"/>
                          <a:ea typeface="Arial"/>
                          <a:cs typeface="Arial"/>
                        </a:rPr>
                        <a:t>50.00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  <a:tr h="752475"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086C61"/>
                          </a:solidFill>
                          <a:latin typeface="Arial"/>
                          <a:ea typeface="Arial"/>
                          <a:cs typeface="Arial"/>
                        </a:rPr>
                        <a:t>R²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150" b="1">
                          <a:solidFill>
                            <a:srgbClr val="086C61"/>
                          </a:solidFill>
                          <a:latin typeface="Arial"/>
                          <a:ea typeface="Arial"/>
                          <a:cs typeface="Arial"/>
                        </a:rPr>
                        <a:t>0.418</a:t>
                      </a:r>
                    </a:p>
                  </a:txBody>
                  <a:tcPr marL="91440" marR="91440" marT="45720" marB="45720">
                    <a:solidFill>
                      <a:srgbClr val="F5F7F4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4724D8-E505-4BCE-88B4-0DBADEF6C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4787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直線解釋了約 42% 的成績差異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AEF62C-C7A4-47DD-A10E-64140ADE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1460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About 42% of score variation is explained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4EEFD-CAC5-4559-9EAA-CE4FC325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62375"/>
            <a:ext cx="504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並非 42% 的預測答對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0EA188-FB14-4397-B3F9-A3C581C04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9100"/>
            <a:ext cx="504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It does not mean 42% of predictions are correct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25E215-72F4-4830-A9ED-F582E3EC7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526B70"/>
                </a:solidFill>
                <a:latin typeface="Heiti TC"/>
                <a:ea typeface="Heiti TC"/>
                <a:cs typeface="Heiti TC"/>
              </a:rPr>
              <a:t>教學模擬數據 / Simulated teaching data</a:t>
            </a:r>
          </a:p>
        </p:txBody>
      </p:sp>
    </p:spTree>
    <p:extLst>
      <p:ext uri="{BB962C8B-B14F-4D97-AF65-F5344CB8AC3E}">
        <p14:creationId xmlns:p14="http://schemas.microsoft.com/office/powerpoint/2010/main" val="17012433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6D1CC-CB40-4CC7-92BF-E97EADFE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第 3 節：比較 A、B、C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70B652-A154-48EE-81EC-B6FD2A45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Section 3: compare A, B and 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7E54E2-0AE0-49AB-B44D-265016E1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B98AA-3AD6-495C-AEB6-01328DCC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FE5E1DAB-8B52-4B60-8CC8-CA520D970B6B}"/>
              </a:ext>
            </a:extLst>
          </p:cNvPr>
          <p:cNvGraphicFramePr/>
          <p:nvPr/>
        </p:nvGraphicFramePr>
        <p:xfrm>
          <a:off xmlns:a="http://schemas.openxmlformats.org/drawingml/2006/main" x="4286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545bf1a8c0485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B75C4-A7EA-4880-AF33-EA5D540F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15C7B35-1306-48B0-9644-34EFC8745CD8}"/>
              </a:ext>
            </a:extLst>
          </p:cNvPr>
          <p:cNvGraphicFramePr/>
          <p:nvPr/>
        </p:nvGraphicFramePr>
        <p:xfrm>
          <a:off xmlns:a="http://schemas.openxmlformats.org/drawingml/2006/main" x="433387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2fea66ccc904b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7F153-C965-4AFE-8C04-2A14B108D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C</a:t>
            </a:r>
          </a:p>
        </p:txBody>
      </p:sp>
      <p:graphicFrame>
        <p:nvGraphicFramePr>
          <p:cNvPr id="9" name="Chart">
            <a:extLst xmlns:a="http://schemas.openxmlformats.org/drawingml/2006/main">
              <a:ext uri="{FF2B5EF4-FFF2-40B4-BE49-F238E27FC236}">
                <a16:creationId xmlns:a16="http://schemas.microsoft.com/office/drawing/2014/main" id="{50DE2BCB-8DC5-4696-9913-1179E4FFBB61}"/>
              </a:ext>
            </a:extLst>
          </p:cNvPr>
          <p:cNvGraphicFramePr/>
          <p:nvPr/>
        </p:nvGraphicFramePr>
        <p:xfrm>
          <a:off xmlns:a="http://schemas.openxmlformats.org/drawingml/2006/main" x="82391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1af5bf49404ff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009BCE-BABE-4443-8793-2CAD11E8F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依次執行三格，記下 R²，再排名 1、2、3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8E13B-D61F-437D-AADF-A389691F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Run the three cells, record R², then rank 1, 2 and 3</a:t>
            </a:r>
          </a:p>
        </p:txBody>
      </p:sp>
    </p:spTree>
    <p:extLst>
      <p:ext uri="{BB962C8B-B14F-4D97-AF65-F5344CB8AC3E}">
        <p14:creationId xmlns:p14="http://schemas.microsoft.com/office/powerpoint/2010/main" val="19336776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9C3AF-D438-4251-AF4A-9E7DF744D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揭曉：比較解釋數據的比例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78EB24-C8B0-4C09-90A4-3FF0A3E4A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Reveal: compare the variation explained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8D0A2F-62AB-47A0-9737-4454E255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7BF83C-CE0B-42A5-A889-960A3EFB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A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45626783-6762-4EB5-9CED-35D904C0865A}"/>
              </a:ext>
            </a:extLst>
          </p:cNvPr>
          <p:cNvGraphicFramePr/>
          <p:nvPr/>
        </p:nvGraphicFramePr>
        <p:xfrm>
          <a:off xmlns:a="http://schemas.openxmlformats.org/drawingml/2006/main" x="4286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df9f21a08b4bb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EEC5F-D43F-45E5-A127-B850F991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0.218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AF7B7-A5B3-4081-80E3-7A976391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B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12AD9932-53DF-4D7D-9D23-515FA36AB632}"/>
              </a:ext>
            </a:extLst>
          </p:cNvPr>
          <p:cNvGraphicFramePr/>
          <p:nvPr/>
        </p:nvGraphicFramePr>
        <p:xfrm>
          <a:off xmlns:a="http://schemas.openxmlformats.org/drawingml/2006/main" x="433387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7bc521826648b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6AB41-8B2B-41E5-9557-AA24DFF6F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0.977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840F6-9E1A-499F-AD17-F6547454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66875"/>
            <a:ext cx="3476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Example C</a:t>
            </a:r>
          </a:p>
        </p:txBody>
      </p:sp>
      <p:graphicFrame>
        <p:nvGraphicFramePr>
          <p:cNvPr id="11" name="Chart">
            <a:extLst xmlns:a="http://schemas.openxmlformats.org/drawingml/2006/main">
              <a:ext uri="{FF2B5EF4-FFF2-40B4-BE49-F238E27FC236}">
                <a16:creationId xmlns:a16="http://schemas.microsoft.com/office/drawing/2014/main" id="{4A1FCA31-23E5-4CA7-A1CF-EADB065C8D19}"/>
              </a:ext>
            </a:extLst>
          </p:cNvPr>
          <p:cNvGraphicFramePr/>
          <p:nvPr/>
        </p:nvGraphicFramePr>
        <p:xfrm>
          <a:off xmlns:a="http://schemas.openxmlformats.org/drawingml/2006/main" x="8239125" y="2238375"/>
          <a:ext xmlns:a="http://schemas.openxmlformats.org/drawingml/2006/main" cx="3667125" cy="2714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9340adbf68488c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9A248-5ACD-41E3-B8E5-FEB67424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16255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R² = 0.027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AB562F-4C09-42DE-B924-6E059883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086C61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086C61"/>
                </a:solidFill>
                <a:latin typeface="Heiti TC"/>
                <a:ea typeface="Heiti TC"/>
                <a:cs typeface="Heiti TC"/>
              </a:rPr>
              <a:t>B → A → C    較強 / Stronger · 較弱 / Weaker · 隨機 / Random</a:t>
            </a:r>
          </a:p>
        </p:txBody>
      </p:sp>
    </p:spTree>
    <p:extLst>
      <p:ext uri="{BB962C8B-B14F-4D97-AF65-F5344CB8AC3E}">
        <p14:creationId xmlns:p14="http://schemas.microsoft.com/office/powerpoint/2010/main" val="6840433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991CAD-5339-4F63-802E-B8F46052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 很高，就一定猜得準嗎？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4D4608-8BDA-4BC2-BD54-7CD0D2FF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Does high R² guarantee a good prediction?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8A325-3E59-4A2A-B5B4-2946E0AD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D4CCCE-CC4C-489B-AAE7-C76D3B65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47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47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較高 R²：這條線對建模數據的擬合較好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AAB068-AD37-430B-94CD-321F1685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Higher R²: a better fit to the data used to build the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201B8-6F80-4A07-9CEB-B50EFF71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3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3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用未參與建模的新數據，比較預測與實際結果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0EBF6A-B6A7-4F90-BFAA-FFE50612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Use new data kept out of fitting; compare predictions with actual results</a:t>
            </a:r>
          </a:p>
        </p:txBody>
      </p:sp>
    </p:spTree>
    <p:extLst>
      <p:ext uri="{BB962C8B-B14F-4D97-AF65-F5344CB8AC3E}">
        <p14:creationId xmlns:p14="http://schemas.microsoft.com/office/powerpoint/2010/main" val="2067683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8DD2DC-39FF-471D-B9AC-452BBFCA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過度擬合：訓練 R² 很高，仍可猜錯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510B55-072B-40A5-9E62-D5FAACB9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Overfitting: high training R², poor new prediction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1F06F-3876-442F-A6FD-E817D735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9860FDCD-6029-4C85-9A5B-055621473E46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704850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66c21c493fc497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B480B-CDAD-4546-9408-1F813072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6B70"/>
                </a:solidFill>
                <a:latin typeface="Heiti TC"/>
                <a:ea typeface="Heiti TC"/>
                <a:cs typeface="Heiti TC"/>
              </a:rPr>
              <a:t>綠：訓練　紫：新測試　橙：曲線／預測　灰：原本趨勢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4882E-EEBA-4241-833D-32042008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76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86C6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6C61"/>
                </a:solidFill>
                <a:latin typeface="Arial"/>
                <a:ea typeface="Arial"/>
                <a:cs typeface="Arial"/>
              </a:rPr>
              <a:t>Training R² = 1.000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6ED285-DB05-4C69-9306-00E2ED99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52700"/>
            <a:ext cx="3476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1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新測試（未用於建模）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6EAA93-2466-4DF8-8F3E-3C7A170C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1942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New test: not used to fit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D0A394-B842-4AAC-AFE3-1A058E85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81375"/>
            <a:ext cx="3476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3C43"/>
                </a:solidFill>
                <a:latin typeface="Arial"/>
                <a:ea typeface="Arial"/>
                <a:cs typeface="Arial"/>
              </a:rPr>
              <a:t>x = 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C1CD6B-0F11-4497-BA41-9667EC96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43325"/>
            <a:ext cx="3476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實際 22.5；預測 −26.1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2DA72-FAB3-476B-9C14-E479FC77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Actual 22.5; predicted −26.1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2E5D9-F1B0-40D7-B43B-7ECD9D20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57750"/>
            <a:ext cx="3476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19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追著小差異，忽略整體趨勢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EF50B-1C13-404B-A9EC-89CA3C32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24475"/>
            <a:ext cx="3476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Chasing quirks, missing the trend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E4E1CE-428A-4372-B61E-CD3CE1D5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526B70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6B70"/>
                </a:solidFill>
                <a:latin typeface="Heiti TC"/>
                <a:ea typeface="Heiti TC"/>
                <a:cs typeface="Heiti TC"/>
              </a:rPr>
              <a:t>灰線：模擬數據的原本趨勢 / Grey: underlying simulated trend. Curve model; today we use a line.</a:t>
            </a:r>
          </a:p>
        </p:txBody>
      </p:sp>
    </p:spTree>
    <p:extLst>
      <p:ext uri="{BB962C8B-B14F-4D97-AF65-F5344CB8AC3E}">
        <p14:creationId xmlns:p14="http://schemas.microsoft.com/office/powerpoint/2010/main" val="70497857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B2D06-EFAA-4E31-91FC-C529F285E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330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330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帶走你的三個發現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7BEB2-6548-4145-A855-844B61D3A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Take away three discoveries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F02AD6-1719-4445-85E3-0046B0E4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EC0291-88A3-4A7D-B948-D65BF81B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散點讓我們看見關係，也看見例外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AA530-4C1D-4E3C-8B45-944A9E013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Dots show a relationship and its exceptions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A0C83-16E6-40A5-B829-FE9803B2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550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R² 幫助比較直線解釋多少數據差異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124E52-3910-43F6-8D8E-2946DF61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R² helps compare how much variation a line explains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C2E284-6279-4DA2-97CD-D0571B577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>
              <a:defRPr sz="2625" b="0">
                <a:solidFill>
                  <a:srgbClr val="173C43"/>
                </a:solidFill>
                <a:latin typeface="Heiti TC"/>
                <a:ea typeface="Heiti TC"/>
                <a:cs typeface="Heiti TC"/>
              </a:defRPr>
            </a:pPr>
            <a:r>
              <a:rPr sz="2625" b="0">
                <a:solidFill>
                  <a:srgbClr val="173C43"/>
                </a:solidFill>
                <a:latin typeface="Heiti TC"/>
                <a:ea typeface="Heiti TC"/>
                <a:cs typeface="Heiti TC"/>
              </a:rPr>
              <a:t>好擬合不等於好新預測：還要用新數據檢查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5D7072-A3D1-4BCE-AEFB-7C981CDD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025" b="0">
                <a:solidFill>
                  <a:srgbClr val="526B7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26B70"/>
                </a:solidFill>
                <a:latin typeface="Arial"/>
                <a:ea typeface="Arial"/>
                <a:cs typeface="Arial"/>
              </a:rPr>
              <a:t>Check new predictions against actual results</a:t>
            </a:r>
          </a:p>
        </p:txBody>
      </p:sp>
    </p:spTree>
    <p:extLst>
      <p:ext uri="{BB962C8B-B14F-4D97-AF65-F5344CB8AC3E}">
        <p14:creationId xmlns:p14="http://schemas.microsoft.com/office/powerpoint/2010/main" val="617644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2026-10-12T03:36:59.8390000Z</dcterms:created>
  <dcterms:modified xsi:type="dcterms:W3CDTF">2026-10-12T03:36:59.8390000Z</dcterms:modified>
</coreProperties>
</file>